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1.svg" ContentType="image/svg+xml"/>
  <Override PartName="/ppt/media/image2.svg" ContentType="image/svg+xml"/>
  <Override PartName="/ppt/media/image4.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905" r:id="rId4"/>
  </p:sldMasterIdLst>
  <p:notesMasterIdLst>
    <p:notesMasterId r:id="rId24"/>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9"/>
    <p:sldId id="271" r:id="rId8"/>
    <p:sldId id="272" r:id="rId7"/>
    <p:sldId id="273" r:id="rId6"/>
  </p:sldIdLst>
  <p:sldSz cx="12192000" cy="6858000"/>
  <p:notesSz cx="6858000" cy="9144000"/>
  <p:defaultText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E2A84"/>
    <a:srgbClr val="401F68"/>
    <a:srgbClr val="3F1F68"/>
    <a:srgbClr val="ED5540"/>
    <a:srgbClr val="FFC622"/>
    <a:srgbClr val="00865B"/>
    <a:srgbClr val="7FCECD"/>
    <a:srgbClr val="5191CD"/>
    <a:srgbClr val="57B946"/>
    <a:srgbClr val="D9C8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166"/>
    <p:restoredTop sz="94830"/>
  </p:normalViewPr>
  <p:slideViewPr>
    <p:cSldViewPr snapToGrid="0" showGuides="1">
      <p:cViewPr varScale="1">
        <p:scale>
          <a:sx n="121" d="100"/>
          <a:sy n="121" d="100"/>
        </p:scale>
        <p:origin x="896" y="176"/>
      </p:cViewPr>
      <p:guideLst>
        <p:guide orient="horz" pos="2160"/>
        <p:guide pos="3840"/>
      </p:guideLst>
    </p:cSldViewPr>
  </p:slideViewPr>
  <p:notesTextViewPr>
    <p:cViewPr>
      <p:scale>
        <a:sx n="1" d="1"/>
        <a:sy n="1" d="1"/>
      </p:scale>
      <p:origin x="0" y="0"/>
    </p:cViewPr>
  </p:notesTextViewPr>
  <p:sorterViewPr>
    <p:cViewPr>
      <p:scale>
        <a:sx n="123" d="100"/>
        <a:sy n="123"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6" Type="http://schemas.openxmlformats.org/officeDocument/2006/relationships/slide" Target="slides/slide18.xml"/><Relationship Id="rId7" Type="http://schemas.openxmlformats.org/officeDocument/2006/relationships/slide" Target="slides/slide17.xml"/><Relationship Id="rId8" Type="http://schemas.openxmlformats.org/officeDocument/2006/relationships/slide" Target="slides/slide16.xml"/><Relationship Id="rId9" Type="http://schemas.openxmlformats.org/officeDocument/2006/relationships/slide" Target="slides/slide15.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66F302-C2A4-DD49-A872-2BB2B3F2F0AF}" type="datetimeFigureOut">
              <a:rPr lang="en-US" smtClean="0"/>
              <a:t>2/22/26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839966F-DF03-C541-8CA6-08220F08542C}" type="slidenum">
              <a:rPr lang="en-US" smtClean="0"/>
              <a:t>‹#›</a:t>
            </a:fld>
            <a:endParaRPr lang="en-US"/>
          </a:p>
        </p:txBody>
      </p:sp>
    </p:spTree>
    <p:extLst>
      <p:ext uri="{BB962C8B-B14F-4D97-AF65-F5344CB8AC3E}">
        <p14:creationId xmlns:p14="http://schemas.microsoft.com/office/powerpoint/2010/main" val="2922677044"/>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Today we'll be discussing traumatic diaphragmatic injury — a diagnosis that remains challenging in the acute trauma setting and one that carries significant morbidity if missed. We'll cover the epidemiology, diagnostic approach, operative management, and outcomes.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talk, you should be able to recognize TDI clinically and radiographically, apply the appropriate diagnostic algorithm, and choose the right operative approach for both acute and delayed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start with some background on how common these injuries are and who gets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TDI is relatively uncommon but frequently fatal if missed. The left-sided predominance is explained by the protective effect of the liver on the right. Importantly, TDI rarely occurs in isolation — expect associated intra-abdominal or thoracic injuries in nearly every patient. Mortality in the acute setting largely reflects the severity of these associated injuries.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Understanding the anatomy is critical for operative planning. The posterolateral diaphragm — where the pleuroperitoneal canals fused during development — is the most common site of blunt injury. On the left, the stomach, spleen, and colon are the most commonly herniated organs. The right side is relatively protected by the liver, which also means right-sided injuries tend to be larger when they do occur.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mechanism determines the injury pattern. Blunt trauma creates large, radial tears due to the sudden pressure wave, while penetrating injuries tend to create smaller puncture defects that can be easily missed — especially under positive pressure ventilation in the ICU, which temporarily prevents herniation. The AAST grading scale helps standardize injury reporting across institutions.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Diagnosis is where TDI is most challenging. Let's discuss the clinical presentation and imaging findings.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concept here is that acute TDI is masked by associated injuries in most cases. The classic teaching of bowel sounds in the chest is rarely the presenting complaint — patients are usually intubated. Delayed presentation, sometimes years after the initial injury, is a well-recognized entity. These patients present with intermittent GI symptoms that can be confused with bowel obstruction from other causes. Always ask about prior trauma in patients with unexplained bowel obstruction.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 is the workhorse of diagnosis in stable patients. The key pearl is to request coronal and sagittal reconstructions — these dramatically improve sensitivity. For penetrating injuries to the left thoracoabdominal region, diagnostic laparoscopy should be considered even with a negative CT, given the 7–24% rate of occult diaphragmatic injury in this mechanism.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signs you need to know. The collar sign is the most specific — that waist-like constriction of a herniated organ is essentially pathognomonic. The dependent viscera sign is highly sensitive on axial CT. When reviewing trauma CTs, always look at the coronal reconstructions in the lung window to trace the diaphragmatic contour on both sides.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that we've established the diagnosis, let's talk about how to fix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operative approach is largely dictated by timing and associated injuries. In the acute setting, laparotomy gives you access to deal with all abdominal injuries simultaneously — this is almost always the right approach for blunt TDI. For penetrating injuries in stable patients, laparoscopy is increasingly used. For chronic hernias, you'll often need a thoracic approach because of dense adhesions between herniated viscera and pleura.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principles are straightforward: reduce the hernia, check visceral viability, debride devitalized tissue, and close the defect tension-free. The posterior margin often retracts significantly and can be difficult to find — use a long clamp to sweep posterior to the kidney if needed. Communication with anesthesia is critical when closing the diaphragm — they need to be ready to apply PEEP or hand-ventilate to re-expand the lung.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consistently shows that mortality from TDI repair itself is low when it's an isolated injury. The high overall mortality in the acute setting reflects the severity of associated injuries. Recurrence after repair is uncommon — 2-5% — and is higher with large defects repaired under tension. The key take-home: delayed diagnosis significantly worsens outcomes.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complications are manageable with early recognition. The feared complication is strangulation of herniated bowel — this is a surgical emergency with mortality up to 30%. Any patient with prior trauma presenting with bowel obstruction symptoms should prompt CT evaluation of the diaphragm. For mesh selection: use synthetic (PTFE) in clean elective cases, biological mesh in contaminated fields.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maintain a high index of suspicion in any significant thoracoabdominal trauma. CT with reconstructions is your best tool. All diagnosed TDIs need repair — don't watch and wait. The operative approach depends on timing and associated injuries. Outcomes are good when the diagnosis is made promptly.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selected references that informed the evidence presented today. The EAST Practice Management Guidelines remain the most widely cited framework for management decisions.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I'm happy to take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9.png"/><Relationship Id="rId5"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3.png"/><Relationship Id="rId5" Type="http://schemas.openxmlformats.org/officeDocument/2006/relationships/image" Target="../media/image11.svg"/><Relationship Id="rId6" Type="http://schemas.openxmlformats.org/officeDocument/2006/relationships/image" Target="../media/image12.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14_Title Slide">
    <p:bg>
      <p:bgPr>
        <a:solidFill>
          <a:srgbClr val="002060"/>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CC80DDE-5F41-EE3C-EB7B-9FBEFB63CCBF}"/>
              </a:ext>
            </a:extLst>
          </p:cNvPr>
          <p:cNvSpPr/>
          <p:nvPr/>
        </p:nvSpPr>
        <p:spPr>
          <a:xfrm>
            <a:off x="0" y="0"/>
            <a:ext cx="1219200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p>
        </p:txBody>
      </p:sp>
      <p:pic>
        <p:nvPicPr>
          <p:cNvPr id="6" name="Graphic 5">
            <a:extLst>
              <a:ext uri="{FF2B5EF4-FFF2-40B4-BE49-F238E27FC236}">
                <a16:creationId xmlns:a16="http://schemas.microsoft.com/office/drawing/2014/main" id="{EE1DC21C-4F9E-0208-0F33-5EDF26C2E746}"/>
              </a:ext>
            </a:extLst>
          </p:cNvPr>
          <p:cNvPicPr>
            <a:picLocks noChangeAspect="1"/>
          </p:cNvPicPr>
          <p:nvPr/>
        </p:nvPicPr>
        <p:blipFill rotWithShape="1">
          <a:blip r:embed="rId2">
            <a:extLst>
              <a:ext uri="{96DAC541-7B7A-43D3-8B79-37D633B846F1}">
                <asvg:svgBlip xmlns:asvg="http://schemas.microsoft.com/office/drawing/2016/SVG/main" r:embed="rId3"/>
              </a:ext>
            </a:extLst>
          </a:blip>
          <a:srcRect l="-7466" t="-148" r="7377" b="148"/>
          <a:stretch/>
        </p:blipFill>
        <p:spPr>
          <a:xfrm>
            <a:off x="2544076" y="-1"/>
            <a:ext cx="9650579" cy="6858000"/>
          </a:xfrm>
          <a:prstGeom prst="rect">
            <a:avLst/>
          </a:prstGeom>
        </p:spPr>
      </p:pic>
      <p:pic>
        <p:nvPicPr>
          <p:cNvPr id="8" name="Picture 7" descr="A black and purple rectangle&#10;&#10;Description automatically generated">
            <a:extLst>
              <a:ext uri="{FF2B5EF4-FFF2-40B4-BE49-F238E27FC236}">
                <a16:creationId xmlns:a16="http://schemas.microsoft.com/office/drawing/2014/main" id="{698B5895-ED31-F534-FBC8-F8EAF2BE7248}"/>
              </a:ext>
            </a:extLst>
          </p:cNvPr>
          <p:cNvPicPr>
            <a:picLocks noChangeAspect="1"/>
          </p:cNvPicPr>
          <p:nvPr/>
        </p:nvPicPr>
        <p:blipFill rotWithShape="1">
          <a:blip r:embed="rId4"/>
          <a:srcRect r="26250"/>
          <a:stretch/>
        </p:blipFill>
        <p:spPr>
          <a:xfrm>
            <a:off x="0" y="0"/>
            <a:ext cx="8991600" cy="6858000"/>
          </a:xfrm>
          <a:prstGeom prst="rect">
            <a:avLst/>
          </a:prstGeom>
        </p:spPr>
      </p:pic>
      <p:sp>
        <p:nvSpPr>
          <p:cNvPr id="2" name="Title 1"/>
          <p:cNvSpPr>
            <a:spLocks noGrp="1"/>
          </p:cNvSpPr>
          <p:nvPr>
            <p:ph type="ctrTitle"/>
          </p:nvPr>
        </p:nvSpPr>
        <p:spPr>
          <a:xfrm>
            <a:off x="370418" y="2011680"/>
            <a:ext cx="6232649" cy="2387600"/>
          </a:xfrm>
        </p:spPr>
        <p:txBody>
          <a:bodyPr anchor="b"/>
          <a:lstStyle>
            <a:lvl1pPr algn="l">
              <a:defRPr sz="5200" spc="0" baseline="0">
                <a:solidFill>
                  <a:schemeClr val="bg1"/>
                </a:solidFill>
              </a:defRPr>
            </a:lvl1pPr>
          </a:lstStyle>
          <a:p>
            <a:r>
              <a:rPr lang="en-US"/>
              <a:t>Click to edit Master title style</a:t>
            </a:r>
            <a:endParaRPr lang="en-US" dirty="0"/>
          </a:p>
        </p:txBody>
      </p:sp>
      <p:sp>
        <p:nvSpPr>
          <p:cNvPr id="3" name="Subtitle 2"/>
          <p:cNvSpPr>
            <a:spLocks noGrp="1"/>
          </p:cNvSpPr>
          <p:nvPr>
            <p:ph type="subTitle" idx="1"/>
          </p:nvPr>
        </p:nvSpPr>
        <p:spPr>
          <a:xfrm>
            <a:off x="370416" y="4450080"/>
            <a:ext cx="8350251" cy="806099"/>
          </a:xfrm>
        </p:spPr>
        <p:txBody>
          <a:bodyPr>
            <a:noAutofit/>
          </a:bodyPr>
          <a:lstStyle>
            <a:lvl1pPr marL="0" indent="0" algn="l">
              <a:lnSpc>
                <a:spcPct val="90000"/>
              </a:lnSpc>
              <a:buNone/>
              <a:defRPr sz="2400" b="0" i="0">
                <a:solidFill>
                  <a:schemeClr val="bg1"/>
                </a:solidFill>
                <a:latin typeface="+mn-lt"/>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endParaRPr lang="en-US" dirty="0"/>
          </a:p>
        </p:txBody>
      </p:sp>
      <p:sp>
        <p:nvSpPr>
          <p:cNvPr id="14" name="Text Placeholder 13">
            <a:extLst>
              <a:ext uri="{FF2B5EF4-FFF2-40B4-BE49-F238E27FC236}">
                <a16:creationId xmlns:a16="http://schemas.microsoft.com/office/drawing/2014/main" id="{9AE824A5-746D-85C5-A198-2205E97BEC3A}"/>
              </a:ext>
            </a:extLst>
          </p:cNvPr>
          <p:cNvSpPr>
            <a:spLocks noGrp="1"/>
          </p:cNvSpPr>
          <p:nvPr>
            <p:ph type="body" sz="quarter" idx="12" hasCustomPrompt="1"/>
          </p:nvPr>
        </p:nvSpPr>
        <p:spPr>
          <a:xfrm>
            <a:off x="348644" y="5968182"/>
            <a:ext cx="3054955" cy="379777"/>
          </a:xfrm>
        </p:spPr>
        <p:txBody>
          <a:bodyPr>
            <a:noAutofit/>
          </a:bodyPr>
          <a:lstStyle>
            <a:lvl1pPr>
              <a:defRPr sz="2400" b="0" i="0">
                <a:solidFill>
                  <a:schemeClr val="bg1"/>
                </a:solidFill>
                <a:latin typeface="+mn-lt"/>
              </a:defRPr>
            </a:lvl1pPr>
            <a:lvl2pPr>
              <a:defRPr sz="1067" b="0" i="0">
                <a:latin typeface="Aptos Light" panose="020B0004020202020204" pitchFamily="34" charset="0"/>
              </a:defRPr>
            </a:lvl2pPr>
            <a:lvl3pPr marL="8466" indent="0">
              <a:buNone/>
              <a:defRPr sz="1067" b="0" i="0">
                <a:latin typeface="Aptos Light" panose="020B0004020202020204" pitchFamily="34" charset="0"/>
              </a:defRPr>
            </a:lvl3pPr>
            <a:lvl4pPr marL="232828" indent="0">
              <a:buNone/>
              <a:defRPr sz="1067" b="0" i="0">
                <a:latin typeface="Aptos Light" panose="020B0004020202020204" pitchFamily="34" charset="0"/>
              </a:defRPr>
            </a:lvl4pPr>
            <a:lvl5pPr marL="459305" indent="0">
              <a:buNone/>
              <a:defRPr sz="1067" b="0" i="0">
                <a:latin typeface="Aptos Light" panose="020B0004020202020204" pitchFamily="34" charset="0"/>
              </a:defRPr>
            </a:lvl5pPr>
          </a:lstStyle>
          <a:p>
            <a:pPr lvl="0"/>
            <a:r>
              <a:rPr lang="en-US" dirty="0"/>
              <a:t>Date goes here</a:t>
            </a:r>
          </a:p>
        </p:txBody>
      </p:sp>
      <p:pic>
        <p:nvPicPr>
          <p:cNvPr id="11" name="Picture 10" descr="A close-up of a black background&#10;&#10;Description automatically generated">
            <a:extLst>
              <a:ext uri="{FF2B5EF4-FFF2-40B4-BE49-F238E27FC236}">
                <a16:creationId xmlns:a16="http://schemas.microsoft.com/office/drawing/2014/main" id="{70B404AA-6868-9861-CB35-1A69CCFBB699}"/>
              </a:ext>
            </a:extLst>
          </p:cNvPr>
          <p:cNvPicPr>
            <a:picLocks noChangeAspect="1"/>
          </p:cNvPicPr>
          <p:nvPr/>
        </p:nvPicPr>
        <p:blipFill>
          <a:blip r:embed="rId5"/>
          <a:stretch>
            <a:fillRect/>
          </a:stretch>
        </p:blipFill>
        <p:spPr>
          <a:xfrm>
            <a:off x="513212" y="313267"/>
            <a:ext cx="2257273" cy="421109"/>
          </a:xfrm>
          <a:prstGeom prst="rect">
            <a:avLst/>
          </a:prstGeom>
        </p:spPr>
      </p:pic>
      <p:pic>
        <p:nvPicPr>
          <p:cNvPr id="9" name="Picture 8" descr="A close-up of a black background&#10;&#10;Description automatically generated">
            <a:extLst>
              <a:ext uri="{FF2B5EF4-FFF2-40B4-BE49-F238E27FC236}">
                <a16:creationId xmlns:a16="http://schemas.microsoft.com/office/drawing/2014/main" id="{6B50AED2-E296-8EC6-0C25-865058CB2E4F}"/>
              </a:ext>
            </a:extLst>
          </p:cNvPr>
          <p:cNvPicPr>
            <a:picLocks noChangeAspect="1"/>
          </p:cNvPicPr>
          <p:nvPr/>
        </p:nvPicPr>
        <p:blipFill>
          <a:blip r:embed="rId5"/>
          <a:stretch>
            <a:fillRect/>
          </a:stretch>
        </p:blipFill>
        <p:spPr>
          <a:xfrm>
            <a:off x="513212" y="313267"/>
            <a:ext cx="2257273" cy="421109"/>
          </a:xfrm>
          <a:prstGeom prst="rect">
            <a:avLst/>
          </a:prstGeom>
        </p:spPr>
      </p:pic>
      <p:pic>
        <p:nvPicPr>
          <p:cNvPr id="4" name="Picture 3" descr="A close-up of a black background&#10;&#10;Description automatically generated">
            <a:extLst>
              <a:ext uri="{FF2B5EF4-FFF2-40B4-BE49-F238E27FC236}">
                <a16:creationId xmlns:a16="http://schemas.microsoft.com/office/drawing/2014/main" id="{1BB464D5-BC3C-3EAB-C9A0-620A7EF187D2}"/>
              </a:ext>
            </a:extLst>
          </p:cNvPr>
          <p:cNvPicPr>
            <a:picLocks noChangeAspect="1"/>
          </p:cNvPicPr>
          <p:nvPr/>
        </p:nvPicPr>
        <p:blipFill>
          <a:blip r:embed="rId5"/>
          <a:stretch>
            <a:fillRect/>
          </a:stretch>
        </p:blipFill>
        <p:spPr>
          <a:xfrm>
            <a:off x="513212" y="313267"/>
            <a:ext cx="2257273" cy="421109"/>
          </a:xfrm>
          <a:prstGeom prst="rect">
            <a:avLst/>
          </a:prstGeom>
        </p:spPr>
      </p:pic>
      <p:pic>
        <p:nvPicPr>
          <p:cNvPr id="5" name="Picture 4" descr="A close-up of a black background&#10;&#10;Description automatically generated">
            <a:extLst>
              <a:ext uri="{FF2B5EF4-FFF2-40B4-BE49-F238E27FC236}">
                <a16:creationId xmlns:a16="http://schemas.microsoft.com/office/drawing/2014/main" id="{44509C4F-D646-F4FE-6DE9-9CD5142CF150}"/>
              </a:ext>
            </a:extLst>
          </p:cNvPr>
          <p:cNvPicPr>
            <a:picLocks noChangeAspect="1"/>
          </p:cNvPicPr>
          <p:nvPr/>
        </p:nvPicPr>
        <p:blipFill>
          <a:blip r:embed="rId5"/>
          <a:stretch>
            <a:fillRect/>
          </a:stretch>
        </p:blipFill>
        <p:spPr>
          <a:xfrm>
            <a:off x="513212" y="313267"/>
            <a:ext cx="2257273" cy="421109"/>
          </a:xfrm>
          <a:prstGeom prst="rect">
            <a:avLst/>
          </a:prstGeom>
        </p:spPr>
      </p:pic>
      <p:pic>
        <p:nvPicPr>
          <p:cNvPr id="7" name="Picture 6" descr="A close-up of a black background&#10;&#10;Description automatically generated">
            <a:extLst>
              <a:ext uri="{FF2B5EF4-FFF2-40B4-BE49-F238E27FC236}">
                <a16:creationId xmlns:a16="http://schemas.microsoft.com/office/drawing/2014/main" id="{E8CBB750-1EF2-9278-90F3-8D15BC15E25B}"/>
              </a:ext>
            </a:extLst>
          </p:cNvPr>
          <p:cNvPicPr>
            <a:picLocks noChangeAspect="1"/>
          </p:cNvPicPr>
          <p:nvPr userDrawn="1"/>
        </p:nvPicPr>
        <p:blipFill>
          <a:blip r:embed="rId5"/>
          <a:stretch>
            <a:fillRect/>
          </a:stretch>
        </p:blipFill>
        <p:spPr>
          <a:xfrm>
            <a:off x="513212" y="313267"/>
            <a:ext cx="2257273" cy="421109"/>
          </a:xfrm>
          <a:prstGeom prst="rect">
            <a:avLst/>
          </a:prstGeom>
        </p:spPr>
      </p:pic>
    </p:spTree>
    <p:extLst>
      <p:ext uri="{BB962C8B-B14F-4D97-AF65-F5344CB8AC3E}">
        <p14:creationId xmlns:p14="http://schemas.microsoft.com/office/powerpoint/2010/main" val="2037220821"/>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16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70418" y="2505665"/>
            <a:ext cx="6232649" cy="2387600"/>
          </a:xfrm>
        </p:spPr>
        <p:txBody>
          <a:bodyPr anchor="b"/>
          <a:lstStyle>
            <a:lvl1pPr algn="l">
              <a:defRPr sz="5200" spc="0" baseline="0">
                <a:solidFill>
                  <a:schemeClr val="bg1"/>
                </a:solidFill>
              </a:defRPr>
            </a:lvl1pPr>
          </a:lstStyle>
          <a:p>
            <a:r>
              <a:rPr lang="en-US"/>
              <a:t>Click to edit Master title style</a:t>
            </a:r>
            <a:endParaRPr lang="en-US" dirty="0"/>
          </a:p>
        </p:txBody>
      </p:sp>
      <p:sp>
        <p:nvSpPr>
          <p:cNvPr id="3" name="Subtitle 2"/>
          <p:cNvSpPr>
            <a:spLocks noGrp="1"/>
          </p:cNvSpPr>
          <p:nvPr>
            <p:ph type="subTitle" idx="1"/>
          </p:nvPr>
        </p:nvSpPr>
        <p:spPr>
          <a:xfrm>
            <a:off x="370416" y="4945703"/>
            <a:ext cx="5217583" cy="806099"/>
          </a:xfrm>
        </p:spPr>
        <p:txBody>
          <a:bodyPr>
            <a:noAutofit/>
          </a:bodyPr>
          <a:lstStyle>
            <a:lvl1pPr marL="0" indent="0" algn="l">
              <a:lnSpc>
                <a:spcPct val="90000"/>
              </a:lnSpc>
              <a:buNone/>
              <a:defRPr sz="2400" b="0" i="0">
                <a:solidFill>
                  <a:schemeClr val="bg1"/>
                </a:solidFill>
                <a:latin typeface="+mn-lt"/>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endParaRPr lang="en-US" dirty="0"/>
          </a:p>
        </p:txBody>
      </p:sp>
      <p:sp>
        <p:nvSpPr>
          <p:cNvPr id="14" name="Text Placeholder 13">
            <a:extLst>
              <a:ext uri="{FF2B5EF4-FFF2-40B4-BE49-F238E27FC236}">
                <a16:creationId xmlns:a16="http://schemas.microsoft.com/office/drawing/2014/main" id="{9AE824A5-746D-85C5-A198-2205E97BEC3A}"/>
              </a:ext>
            </a:extLst>
          </p:cNvPr>
          <p:cNvSpPr>
            <a:spLocks noGrp="1"/>
          </p:cNvSpPr>
          <p:nvPr>
            <p:ph type="body" sz="quarter" idx="12" hasCustomPrompt="1"/>
          </p:nvPr>
        </p:nvSpPr>
        <p:spPr>
          <a:xfrm>
            <a:off x="365760" y="5971032"/>
            <a:ext cx="3054096" cy="379777"/>
          </a:xfrm>
        </p:spPr>
        <p:txBody>
          <a:bodyPr>
            <a:noAutofit/>
          </a:bodyPr>
          <a:lstStyle>
            <a:lvl1pPr>
              <a:defRPr sz="2400" b="0" i="0">
                <a:solidFill>
                  <a:schemeClr val="bg1"/>
                </a:solidFill>
                <a:latin typeface="+mn-lt"/>
              </a:defRPr>
            </a:lvl1pPr>
            <a:lvl2pPr>
              <a:defRPr sz="1067" b="0" i="0">
                <a:latin typeface="Aptos Light" panose="020B0004020202020204" pitchFamily="34" charset="0"/>
              </a:defRPr>
            </a:lvl2pPr>
            <a:lvl3pPr marL="8466" indent="0">
              <a:buNone/>
              <a:defRPr sz="1067" b="0" i="0">
                <a:latin typeface="Aptos Light" panose="020B0004020202020204" pitchFamily="34" charset="0"/>
              </a:defRPr>
            </a:lvl3pPr>
            <a:lvl4pPr marL="232828" indent="0">
              <a:buNone/>
              <a:defRPr sz="1067" b="0" i="0">
                <a:latin typeface="Aptos Light" panose="020B0004020202020204" pitchFamily="34" charset="0"/>
              </a:defRPr>
            </a:lvl4pPr>
            <a:lvl5pPr marL="459305" indent="0">
              <a:buNone/>
              <a:defRPr sz="1067" b="0" i="0">
                <a:latin typeface="Aptos Light" panose="020B0004020202020204" pitchFamily="34" charset="0"/>
              </a:defRPr>
            </a:lvl5pPr>
          </a:lstStyle>
          <a:p>
            <a:pPr lvl="0"/>
            <a:r>
              <a:rPr lang="en-US" dirty="0"/>
              <a:t>Date goes here</a:t>
            </a:r>
          </a:p>
        </p:txBody>
      </p:sp>
      <p:pic>
        <p:nvPicPr>
          <p:cNvPr id="11" name="Picture 10" descr="A close-up of a black background&#10;&#10;Description automatically generated">
            <a:extLst>
              <a:ext uri="{FF2B5EF4-FFF2-40B4-BE49-F238E27FC236}">
                <a16:creationId xmlns:a16="http://schemas.microsoft.com/office/drawing/2014/main" id="{70B404AA-6868-9861-CB35-1A69CCFBB699}"/>
              </a:ext>
            </a:extLst>
          </p:cNvPr>
          <p:cNvPicPr>
            <a:picLocks noChangeAspect="1"/>
          </p:cNvPicPr>
          <p:nvPr/>
        </p:nvPicPr>
        <p:blipFill>
          <a:blip r:embed="rId2"/>
          <a:stretch>
            <a:fillRect/>
          </a:stretch>
        </p:blipFill>
        <p:spPr>
          <a:xfrm>
            <a:off x="513212" y="313267"/>
            <a:ext cx="2257273" cy="421109"/>
          </a:xfrm>
          <a:prstGeom prst="rect">
            <a:avLst/>
          </a:prstGeom>
        </p:spPr>
      </p:pic>
      <p:pic>
        <p:nvPicPr>
          <p:cNvPr id="8" name="Picture 7" descr="A close-up of a black background&#10;&#10;Description automatically generated">
            <a:extLst>
              <a:ext uri="{FF2B5EF4-FFF2-40B4-BE49-F238E27FC236}">
                <a16:creationId xmlns:a16="http://schemas.microsoft.com/office/drawing/2014/main" id="{92DEC7B5-1387-08D4-38D9-F9D1AE0596F9}"/>
              </a:ext>
            </a:extLst>
          </p:cNvPr>
          <p:cNvPicPr>
            <a:picLocks noChangeAspect="1"/>
          </p:cNvPicPr>
          <p:nvPr/>
        </p:nvPicPr>
        <p:blipFill>
          <a:blip r:embed="rId2"/>
          <a:stretch>
            <a:fillRect/>
          </a:stretch>
        </p:blipFill>
        <p:spPr>
          <a:xfrm>
            <a:off x="513212" y="313267"/>
            <a:ext cx="2257273" cy="421109"/>
          </a:xfrm>
          <a:prstGeom prst="rect">
            <a:avLst/>
          </a:prstGeom>
        </p:spPr>
      </p:pic>
    </p:spTree>
    <p:extLst>
      <p:ext uri="{BB962C8B-B14F-4D97-AF65-F5344CB8AC3E}">
        <p14:creationId xmlns:p14="http://schemas.microsoft.com/office/powerpoint/2010/main" val="141369956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Section ">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CC80DDE-5F41-EE3C-EB7B-9FBEFB63CCBF}"/>
              </a:ext>
            </a:extLst>
          </p:cNvPr>
          <p:cNvSpPr/>
          <p:nvPr/>
        </p:nvSpPr>
        <p:spPr>
          <a:xfrm>
            <a:off x="0" y="0"/>
            <a:ext cx="1219200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p>
        </p:txBody>
      </p:sp>
      <p:pic>
        <p:nvPicPr>
          <p:cNvPr id="7" name="Picture 6" descr="A black and purple rectangle&#10;&#10;Description automatically generated">
            <a:extLst>
              <a:ext uri="{FF2B5EF4-FFF2-40B4-BE49-F238E27FC236}">
                <a16:creationId xmlns:a16="http://schemas.microsoft.com/office/drawing/2014/main" id="{F8189EB8-ABA9-C994-0266-747B17E89C47}"/>
              </a:ext>
            </a:extLst>
          </p:cNvPr>
          <p:cNvPicPr>
            <a:picLocks noChangeAspect="1"/>
          </p:cNvPicPr>
          <p:nvPr/>
        </p:nvPicPr>
        <p:blipFill rotWithShape="1">
          <a:blip r:embed="rId2"/>
          <a:srcRect r="26250"/>
          <a:stretch/>
        </p:blipFill>
        <p:spPr>
          <a:xfrm>
            <a:off x="0" y="0"/>
            <a:ext cx="8991600" cy="6858000"/>
          </a:xfrm>
          <a:prstGeom prst="rect">
            <a:avLst/>
          </a:prstGeom>
        </p:spPr>
      </p:pic>
      <p:sp>
        <p:nvSpPr>
          <p:cNvPr id="2" name="Title 1"/>
          <p:cNvSpPr>
            <a:spLocks noGrp="1"/>
          </p:cNvSpPr>
          <p:nvPr>
            <p:ph type="ctrTitle"/>
          </p:nvPr>
        </p:nvSpPr>
        <p:spPr>
          <a:xfrm>
            <a:off x="370419" y="2505665"/>
            <a:ext cx="6072584" cy="2387600"/>
          </a:xfrm>
        </p:spPr>
        <p:txBody>
          <a:bodyPr anchor="b"/>
          <a:lstStyle>
            <a:lvl1pPr algn="l">
              <a:defRPr sz="4200" spc="0" baseline="0">
                <a:solidFill>
                  <a:schemeClr val="bg1"/>
                </a:solidFill>
              </a:defRPr>
            </a:lvl1pPr>
          </a:lstStyle>
          <a:p>
            <a:r>
              <a:rPr lang="en-US"/>
              <a:t>Click to edit Master title style</a:t>
            </a:r>
            <a:endParaRPr lang="en-US" dirty="0"/>
          </a:p>
        </p:txBody>
      </p:sp>
      <p:sp>
        <p:nvSpPr>
          <p:cNvPr id="3" name="Subtitle 2"/>
          <p:cNvSpPr>
            <a:spLocks noGrp="1"/>
          </p:cNvSpPr>
          <p:nvPr>
            <p:ph type="subTitle" idx="1"/>
          </p:nvPr>
        </p:nvSpPr>
        <p:spPr>
          <a:xfrm>
            <a:off x="370418" y="4945703"/>
            <a:ext cx="6072587" cy="806099"/>
          </a:xfrm>
        </p:spPr>
        <p:txBody>
          <a:bodyPr>
            <a:noAutofit/>
          </a:bodyPr>
          <a:lstStyle>
            <a:lvl1pPr marL="0" indent="0" algn="l">
              <a:lnSpc>
                <a:spcPct val="90000"/>
              </a:lnSpc>
              <a:buNone/>
              <a:defRPr sz="2000" b="0" i="0">
                <a:solidFill>
                  <a:schemeClr val="bg1"/>
                </a:solidFill>
                <a:latin typeface="+mn-lt"/>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1158037704"/>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72189" y="0"/>
            <a:ext cx="11453628" cy="1143000"/>
          </a:xfrm>
        </p:spPr>
        <p:txBody>
          <a:bodyPr/>
          <a:lstStyle>
            <a:lvl1pPr>
              <a:lnSpc>
                <a:spcPct val="90000"/>
              </a:lnSpc>
              <a:defRPr spc="0" baseline="0">
                <a:latin typeface="+mj-lt"/>
              </a:defRPr>
            </a:lvl1pPr>
          </a:lstStyle>
          <a:p>
            <a:r>
              <a:rPr lang="en-US"/>
              <a:t>Click to edit Master title style</a:t>
            </a:r>
            <a:endParaRPr lang="en-US" dirty="0"/>
          </a:p>
        </p:txBody>
      </p:sp>
      <p:sp>
        <p:nvSpPr>
          <p:cNvPr id="3" name="Content Placeholder 2"/>
          <p:cNvSpPr>
            <a:spLocks noGrp="1"/>
          </p:cNvSpPr>
          <p:nvPr>
            <p:ph idx="1"/>
          </p:nvPr>
        </p:nvSpPr>
        <p:spPr>
          <a:xfrm>
            <a:off x="372189" y="1960537"/>
            <a:ext cx="11453628" cy="4376468"/>
          </a:xfrm>
        </p:spPr>
        <p:txBody>
          <a:bodyPr/>
          <a:lstStyle>
            <a:lvl1pPr>
              <a:lnSpc>
                <a:spcPct val="114000"/>
              </a:lnSpc>
              <a:spcAft>
                <a:spcPts val="400"/>
              </a:spcAft>
              <a:defRPr sz="1800"/>
            </a:lvl1pPr>
            <a:lvl2pPr>
              <a:lnSpc>
                <a:spcPct val="114000"/>
              </a:lnSpc>
              <a:spcAft>
                <a:spcPts val="600"/>
              </a:spcAft>
              <a:defRPr/>
            </a:lvl2pPr>
            <a:lvl3pPr>
              <a:lnSpc>
                <a:spcPct val="114000"/>
              </a:lnSpc>
              <a:spcAft>
                <a:spcPts val="600"/>
              </a:spcAft>
              <a:defRPr/>
            </a:lvl3pPr>
            <a:lvl4pPr>
              <a:lnSpc>
                <a:spcPct val="114000"/>
              </a:lnSpc>
              <a:spcAft>
                <a:spcPts val="600"/>
              </a:spcAft>
              <a:defRPr/>
            </a:lvl4pPr>
            <a:lvl5pPr>
              <a:lnSpc>
                <a:spcPct val="114000"/>
              </a:lnSpc>
              <a:spcAft>
                <a:spcPts val="6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12">
            <a:extLst>
              <a:ext uri="{FF2B5EF4-FFF2-40B4-BE49-F238E27FC236}">
                <a16:creationId xmlns:a16="http://schemas.microsoft.com/office/drawing/2014/main" id="{4D5A83BB-9D8E-880B-93F2-512308F05947}"/>
              </a:ext>
            </a:extLst>
          </p:cNvPr>
          <p:cNvSpPr>
            <a:spLocks noGrp="1"/>
          </p:cNvSpPr>
          <p:nvPr>
            <p:ph type="body" sz="quarter" idx="13" hasCustomPrompt="1"/>
          </p:nvPr>
        </p:nvSpPr>
        <p:spPr>
          <a:xfrm>
            <a:off x="372534" y="1170432"/>
            <a:ext cx="11453627" cy="573617"/>
          </a:xfrm>
        </p:spPr>
        <p:txBody>
          <a:bodyPr>
            <a:noAutofit/>
          </a:bodyPr>
          <a:lstStyle>
            <a:lvl1pPr>
              <a:lnSpc>
                <a:spcPct val="100000"/>
              </a:lnSpc>
              <a:defRPr sz="2000" b="0" i="0">
                <a:latin typeface="+mn-lt"/>
              </a:defRPr>
            </a:lvl1pPr>
            <a:lvl3pPr marL="8466" indent="0">
              <a:buNone/>
              <a:defRPr/>
            </a:lvl3pPr>
            <a:lvl4pPr marL="232828" indent="0">
              <a:buNone/>
              <a:defRPr/>
            </a:lvl4pPr>
            <a:lvl5pPr marL="459305" indent="0">
              <a:buNone/>
              <a:defRPr/>
            </a:lvl5pPr>
          </a:lstStyle>
          <a:p>
            <a:pPr lvl="0"/>
            <a:r>
              <a:rPr lang="en-US" dirty="0"/>
              <a:t>Subhead if necessary</a:t>
            </a:r>
          </a:p>
        </p:txBody>
      </p:sp>
      <p:sp>
        <p:nvSpPr>
          <p:cNvPr id="4" name="Slide Number Placeholder 6">
            <a:extLst>
              <a:ext uri="{FF2B5EF4-FFF2-40B4-BE49-F238E27FC236}">
                <a16:creationId xmlns:a16="http://schemas.microsoft.com/office/drawing/2014/main" id="{724F641B-1C8C-A657-2A4F-9946CE9F3E93}"/>
              </a:ext>
            </a:extLst>
          </p:cNvPr>
          <p:cNvSpPr>
            <a:spLocks noGrp="1"/>
          </p:cNvSpPr>
          <p:nvPr>
            <p:ph type="sldNum" sz="quarter" idx="12"/>
          </p:nvPr>
        </p:nvSpPr>
        <p:spPr>
          <a:xfrm>
            <a:off x="11346640" y="6583477"/>
            <a:ext cx="497708" cy="275167"/>
          </a:xfrm>
          <a:prstGeom prst="rect">
            <a:avLst/>
          </a:prstGeom>
        </p:spPr>
        <p:txBody>
          <a:bodyPr anchor="ctr" anchorCtr="0"/>
          <a:lstStyle>
            <a:lvl1pPr algn="r">
              <a:defRPr sz="930" b="1">
                <a:solidFill>
                  <a:schemeClr val="bg1"/>
                </a:solidFill>
              </a:defRPr>
            </a:lvl1pPr>
          </a:lstStyle>
          <a:p>
            <a:fld id="{0D558541-60C9-42A2-8392-FF12533A6B7A}" type="slidenum">
              <a:rPr lang="en-US" smtClean="0"/>
              <a:pPr/>
              <a:t>‹#›</a:t>
            </a:fld>
            <a:endParaRPr lang="en-US" dirty="0"/>
          </a:p>
        </p:txBody>
      </p:sp>
    </p:spTree>
    <p:extLst>
      <p:ext uri="{BB962C8B-B14F-4D97-AF65-F5344CB8AC3E}">
        <p14:creationId xmlns:p14="http://schemas.microsoft.com/office/powerpoint/2010/main" val="227765474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wo-Columns-Typ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nSpc>
                <a:spcPct val="90000"/>
              </a:lnSpc>
              <a:defRPr spc="0" baseline="0">
                <a:latin typeface="+mj-lt"/>
              </a:defRPr>
            </a:lvl1pPr>
          </a:lstStyle>
          <a:p>
            <a:r>
              <a:rPr lang="en-US"/>
              <a:t>Click to edit Master title style</a:t>
            </a:r>
            <a:endParaRPr lang="en-US" dirty="0"/>
          </a:p>
        </p:txBody>
      </p:sp>
      <p:sp>
        <p:nvSpPr>
          <p:cNvPr id="3" name="Content Placeholder 2"/>
          <p:cNvSpPr>
            <a:spLocks noGrp="1"/>
          </p:cNvSpPr>
          <p:nvPr>
            <p:ph idx="1"/>
          </p:nvPr>
        </p:nvSpPr>
        <p:spPr>
          <a:xfrm>
            <a:off x="372189" y="1956816"/>
            <a:ext cx="5559552" cy="4456684"/>
          </a:xfrm>
        </p:spPr>
        <p:txBody>
          <a:bodyPr/>
          <a:lstStyle>
            <a:lvl1pPr>
              <a:lnSpc>
                <a:spcPct val="114000"/>
              </a:lnSpc>
              <a:spcAft>
                <a:spcPts val="400"/>
              </a:spcAft>
              <a:defRPr sz="1800"/>
            </a:lvl1pPr>
            <a:lvl2pPr>
              <a:lnSpc>
                <a:spcPct val="114000"/>
              </a:lnSpc>
              <a:spcAft>
                <a:spcPts val="600"/>
              </a:spcAft>
              <a:defRPr/>
            </a:lvl2pPr>
            <a:lvl3pPr>
              <a:lnSpc>
                <a:spcPct val="114000"/>
              </a:lnSpc>
              <a:spcAft>
                <a:spcPts val="600"/>
              </a:spcAft>
              <a:defRPr/>
            </a:lvl3pPr>
            <a:lvl4pPr>
              <a:lnSpc>
                <a:spcPct val="114000"/>
              </a:lnSpc>
              <a:spcAft>
                <a:spcPts val="600"/>
              </a:spcAft>
              <a:defRPr/>
            </a:lvl4pPr>
            <a:lvl5pPr>
              <a:lnSpc>
                <a:spcPct val="114000"/>
              </a:lnSpc>
              <a:spcAft>
                <a:spcPts val="6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12">
            <a:extLst>
              <a:ext uri="{FF2B5EF4-FFF2-40B4-BE49-F238E27FC236}">
                <a16:creationId xmlns:a16="http://schemas.microsoft.com/office/drawing/2014/main" id="{4D5A83BB-9D8E-880B-93F2-512308F05947}"/>
              </a:ext>
            </a:extLst>
          </p:cNvPr>
          <p:cNvSpPr>
            <a:spLocks noGrp="1"/>
          </p:cNvSpPr>
          <p:nvPr>
            <p:ph type="body" sz="quarter" idx="13" hasCustomPrompt="1"/>
          </p:nvPr>
        </p:nvSpPr>
        <p:spPr>
          <a:xfrm>
            <a:off x="372534" y="1170432"/>
            <a:ext cx="11453627" cy="573617"/>
          </a:xfrm>
        </p:spPr>
        <p:txBody>
          <a:bodyPr>
            <a:noAutofit/>
          </a:bodyPr>
          <a:lstStyle>
            <a:lvl1pPr>
              <a:lnSpc>
                <a:spcPct val="100000"/>
              </a:lnSpc>
              <a:defRPr sz="2000" b="0" i="0">
                <a:latin typeface="+mn-lt"/>
              </a:defRPr>
            </a:lvl1pPr>
            <a:lvl3pPr marL="8466" indent="0">
              <a:buNone/>
              <a:defRPr/>
            </a:lvl3pPr>
            <a:lvl4pPr marL="232828" indent="0">
              <a:buNone/>
              <a:defRPr/>
            </a:lvl4pPr>
            <a:lvl5pPr marL="459305" indent="0">
              <a:buNone/>
              <a:defRPr/>
            </a:lvl5pPr>
          </a:lstStyle>
          <a:p>
            <a:pPr lvl="0"/>
            <a:r>
              <a:rPr lang="en-US" dirty="0"/>
              <a:t>Subhead if necessary</a:t>
            </a:r>
          </a:p>
        </p:txBody>
      </p:sp>
      <p:sp>
        <p:nvSpPr>
          <p:cNvPr id="8" name="Content Placeholder 2">
            <a:extLst>
              <a:ext uri="{FF2B5EF4-FFF2-40B4-BE49-F238E27FC236}">
                <a16:creationId xmlns:a16="http://schemas.microsoft.com/office/drawing/2014/main" id="{03C4D9A7-680D-EAB5-E2D1-74AB49916B6A}"/>
              </a:ext>
            </a:extLst>
          </p:cNvPr>
          <p:cNvSpPr>
            <a:spLocks noGrp="1"/>
          </p:cNvSpPr>
          <p:nvPr>
            <p:ph idx="14"/>
          </p:nvPr>
        </p:nvSpPr>
        <p:spPr>
          <a:xfrm>
            <a:off x="6272784" y="1956816"/>
            <a:ext cx="5559552" cy="4456684"/>
          </a:xfrm>
        </p:spPr>
        <p:txBody>
          <a:bodyPr/>
          <a:lstStyle>
            <a:lvl1pPr>
              <a:lnSpc>
                <a:spcPct val="114000"/>
              </a:lnSpc>
              <a:spcAft>
                <a:spcPts val="400"/>
              </a:spcAft>
              <a:defRPr sz="1800"/>
            </a:lvl1pPr>
            <a:lvl2pPr>
              <a:lnSpc>
                <a:spcPct val="114000"/>
              </a:lnSpc>
              <a:spcAft>
                <a:spcPts val="600"/>
              </a:spcAft>
              <a:defRPr/>
            </a:lvl2pPr>
            <a:lvl3pPr>
              <a:lnSpc>
                <a:spcPct val="114000"/>
              </a:lnSpc>
              <a:spcAft>
                <a:spcPts val="600"/>
              </a:spcAft>
              <a:defRPr/>
            </a:lvl3pPr>
            <a:lvl4pPr>
              <a:lnSpc>
                <a:spcPct val="114000"/>
              </a:lnSpc>
              <a:spcAft>
                <a:spcPts val="600"/>
              </a:spcAft>
              <a:defRPr/>
            </a:lvl4pPr>
            <a:lvl5pPr>
              <a:lnSpc>
                <a:spcPct val="114000"/>
              </a:lnSpc>
              <a:spcAft>
                <a:spcPts val="6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6">
            <a:extLst>
              <a:ext uri="{FF2B5EF4-FFF2-40B4-BE49-F238E27FC236}">
                <a16:creationId xmlns:a16="http://schemas.microsoft.com/office/drawing/2014/main" id="{207A1DDC-E243-D1AE-BC8A-40F11B37B41C}"/>
              </a:ext>
            </a:extLst>
          </p:cNvPr>
          <p:cNvSpPr>
            <a:spLocks noGrp="1"/>
          </p:cNvSpPr>
          <p:nvPr>
            <p:ph type="sldNum" sz="quarter" idx="12"/>
          </p:nvPr>
        </p:nvSpPr>
        <p:spPr>
          <a:xfrm>
            <a:off x="11346640" y="6583477"/>
            <a:ext cx="497708" cy="275167"/>
          </a:xfrm>
          <a:prstGeom prst="rect">
            <a:avLst/>
          </a:prstGeom>
        </p:spPr>
        <p:txBody>
          <a:bodyPr anchor="ctr" anchorCtr="0"/>
          <a:lstStyle>
            <a:lvl1pPr algn="r">
              <a:defRPr sz="930" b="1">
                <a:solidFill>
                  <a:schemeClr val="bg1"/>
                </a:solidFill>
              </a:defRPr>
            </a:lvl1pPr>
          </a:lstStyle>
          <a:p>
            <a:fld id="{0D558541-60C9-42A2-8392-FF12533A6B7A}" type="slidenum">
              <a:rPr lang="en-US" smtClean="0"/>
              <a:pPr/>
              <a:t>‹#›</a:t>
            </a:fld>
            <a:endParaRPr lang="en-US" dirty="0"/>
          </a:p>
        </p:txBody>
      </p:sp>
    </p:spTree>
    <p:extLst>
      <p:ext uri="{BB962C8B-B14F-4D97-AF65-F5344CB8AC3E}">
        <p14:creationId xmlns:p14="http://schemas.microsoft.com/office/powerpoint/2010/main" val="11295397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and Content-Pic">
    <p:spTree>
      <p:nvGrpSpPr>
        <p:cNvPr id="1" name=""/>
        <p:cNvGrpSpPr/>
        <p:nvPr/>
      </p:nvGrpSpPr>
      <p:grpSpPr>
        <a:xfrm>
          <a:off x="0" y="0"/>
          <a:ext cx="0" cy="0"/>
          <a:chOff x="0" y="0"/>
          <a:chExt cx="0" cy="0"/>
        </a:xfrm>
      </p:grpSpPr>
      <p:sp>
        <p:nvSpPr>
          <p:cNvPr id="2" name="Title 1"/>
          <p:cNvSpPr>
            <a:spLocks noGrp="1"/>
          </p:cNvSpPr>
          <p:nvPr>
            <p:ph type="title"/>
          </p:nvPr>
        </p:nvSpPr>
        <p:spPr>
          <a:xfrm>
            <a:off x="372188" y="0"/>
            <a:ext cx="7708392" cy="1143000"/>
          </a:xfrm>
        </p:spPr>
        <p:txBody>
          <a:bodyPr/>
          <a:lstStyle>
            <a:lvl1pPr>
              <a:defRPr spc="0" baseline="0">
                <a:latin typeface="+mj-lt"/>
              </a:defRPr>
            </a:lvl1pPr>
          </a:lstStyle>
          <a:p>
            <a:r>
              <a:rPr lang="en-US"/>
              <a:t>Click to edit Master title style</a:t>
            </a:r>
            <a:endParaRPr lang="en-US" dirty="0"/>
          </a:p>
        </p:txBody>
      </p:sp>
      <p:sp>
        <p:nvSpPr>
          <p:cNvPr id="3" name="Content Placeholder 2"/>
          <p:cNvSpPr>
            <a:spLocks noGrp="1"/>
          </p:cNvSpPr>
          <p:nvPr>
            <p:ph idx="1"/>
          </p:nvPr>
        </p:nvSpPr>
        <p:spPr>
          <a:xfrm>
            <a:off x="372189" y="1956816"/>
            <a:ext cx="6690764" cy="4456684"/>
          </a:xfrm>
        </p:spPr>
        <p:txBody>
          <a:bodyPr/>
          <a:lstStyle>
            <a:lvl1pPr>
              <a:lnSpc>
                <a:spcPct val="114000"/>
              </a:lnSpc>
              <a:spcAft>
                <a:spcPts val="400"/>
              </a:spcAft>
              <a:defRPr/>
            </a:lvl1pPr>
            <a:lvl2pPr>
              <a:lnSpc>
                <a:spcPct val="114000"/>
              </a:lnSpc>
              <a:spcBef>
                <a:spcPts val="0"/>
              </a:spcBef>
              <a:spcAft>
                <a:spcPts val="600"/>
              </a:spcAft>
              <a:defRPr/>
            </a:lvl2pPr>
            <a:lvl3pPr>
              <a:lnSpc>
                <a:spcPct val="114000"/>
              </a:lnSpc>
              <a:spcBef>
                <a:spcPts val="0"/>
              </a:spcBef>
              <a:spcAft>
                <a:spcPts val="600"/>
              </a:spcAft>
              <a:defRPr/>
            </a:lvl3pPr>
            <a:lvl4pPr>
              <a:lnSpc>
                <a:spcPct val="114000"/>
              </a:lnSpc>
              <a:spcBef>
                <a:spcPts val="0"/>
              </a:spcBef>
              <a:spcAft>
                <a:spcPts val="600"/>
              </a:spcAft>
              <a:defRPr/>
            </a:lvl4pPr>
            <a:lvl5pPr>
              <a:lnSpc>
                <a:spcPct val="114000"/>
              </a:lnSpc>
              <a:spcBef>
                <a:spcPts val="0"/>
              </a:spcBef>
              <a:spcAft>
                <a:spcPts val="6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Picture Placeholder 7">
            <a:extLst>
              <a:ext uri="{FF2B5EF4-FFF2-40B4-BE49-F238E27FC236}">
                <a16:creationId xmlns:a16="http://schemas.microsoft.com/office/drawing/2014/main" id="{0D4D9DA8-B2E1-9255-0F3F-667449A80D90}"/>
              </a:ext>
            </a:extLst>
          </p:cNvPr>
          <p:cNvSpPr>
            <a:spLocks noGrp="1"/>
          </p:cNvSpPr>
          <p:nvPr>
            <p:ph type="pic" sz="quarter" idx="13"/>
          </p:nvPr>
        </p:nvSpPr>
        <p:spPr>
          <a:xfrm>
            <a:off x="8077200" y="0"/>
            <a:ext cx="4114800" cy="6553200"/>
          </a:xfrm>
          <a:noFill/>
        </p:spPr>
        <p:txBody>
          <a:bodyPr>
            <a:normAutofit/>
          </a:bodyPr>
          <a:lstStyle>
            <a:lvl1pPr>
              <a:defRPr sz="1200" b="0"/>
            </a:lvl1pPr>
          </a:lstStyle>
          <a:p>
            <a:r>
              <a:rPr lang="en-US"/>
              <a:t>Click icon to add picture</a:t>
            </a:r>
            <a:endParaRPr lang="en-US" dirty="0"/>
          </a:p>
        </p:txBody>
      </p:sp>
      <p:sp>
        <p:nvSpPr>
          <p:cNvPr id="7" name="Text Placeholder 12">
            <a:extLst>
              <a:ext uri="{FF2B5EF4-FFF2-40B4-BE49-F238E27FC236}">
                <a16:creationId xmlns:a16="http://schemas.microsoft.com/office/drawing/2014/main" id="{703186F7-99CC-7E47-8AD7-CF937E00F69A}"/>
              </a:ext>
            </a:extLst>
          </p:cNvPr>
          <p:cNvSpPr>
            <a:spLocks noGrp="1"/>
          </p:cNvSpPr>
          <p:nvPr>
            <p:ph type="body" sz="quarter" idx="14" hasCustomPrompt="1"/>
          </p:nvPr>
        </p:nvSpPr>
        <p:spPr>
          <a:xfrm>
            <a:off x="374904" y="1170432"/>
            <a:ext cx="7711016" cy="573617"/>
          </a:xfrm>
        </p:spPr>
        <p:txBody>
          <a:bodyPr/>
          <a:lstStyle>
            <a:lvl1pPr>
              <a:lnSpc>
                <a:spcPct val="100000"/>
              </a:lnSpc>
              <a:defRPr sz="2000" b="0" i="0">
                <a:latin typeface="+mn-lt"/>
              </a:defRPr>
            </a:lvl1pPr>
            <a:lvl3pPr marL="8466" indent="0">
              <a:buNone/>
              <a:defRPr/>
            </a:lvl3pPr>
            <a:lvl4pPr marL="232828" indent="0">
              <a:buNone/>
              <a:defRPr/>
            </a:lvl4pPr>
            <a:lvl5pPr marL="459305" indent="0">
              <a:buNone/>
              <a:defRPr/>
            </a:lvl5pPr>
          </a:lstStyle>
          <a:p>
            <a:pPr lvl="0"/>
            <a:r>
              <a:rPr lang="en-US" dirty="0"/>
              <a:t>Subhead if necessary</a:t>
            </a:r>
          </a:p>
        </p:txBody>
      </p:sp>
      <p:sp>
        <p:nvSpPr>
          <p:cNvPr id="4" name="Slide Number Placeholder 6">
            <a:extLst>
              <a:ext uri="{FF2B5EF4-FFF2-40B4-BE49-F238E27FC236}">
                <a16:creationId xmlns:a16="http://schemas.microsoft.com/office/drawing/2014/main" id="{9820A9D7-C92F-50D2-3DD3-3AB689B7B2B5}"/>
              </a:ext>
            </a:extLst>
          </p:cNvPr>
          <p:cNvSpPr>
            <a:spLocks noGrp="1"/>
          </p:cNvSpPr>
          <p:nvPr>
            <p:ph type="sldNum" sz="quarter" idx="12"/>
          </p:nvPr>
        </p:nvSpPr>
        <p:spPr>
          <a:xfrm>
            <a:off x="11346640" y="6583477"/>
            <a:ext cx="497708" cy="275167"/>
          </a:xfrm>
          <a:prstGeom prst="rect">
            <a:avLst/>
          </a:prstGeom>
        </p:spPr>
        <p:txBody>
          <a:bodyPr anchor="ctr" anchorCtr="0"/>
          <a:lstStyle>
            <a:lvl1pPr algn="r">
              <a:defRPr sz="930" b="1">
                <a:solidFill>
                  <a:schemeClr val="bg1"/>
                </a:solidFill>
              </a:defRPr>
            </a:lvl1pPr>
          </a:lstStyle>
          <a:p>
            <a:fld id="{0D558541-60C9-42A2-8392-FF12533A6B7A}" type="slidenum">
              <a:rPr lang="en-US" smtClean="0"/>
              <a:pPr/>
              <a:t>‹#›</a:t>
            </a:fld>
            <a:endParaRPr lang="en-US" dirty="0"/>
          </a:p>
        </p:txBody>
      </p:sp>
    </p:spTree>
    <p:extLst>
      <p:ext uri="{BB962C8B-B14F-4D97-AF65-F5344CB8AC3E}">
        <p14:creationId xmlns:p14="http://schemas.microsoft.com/office/powerpoint/2010/main" val="40320548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wo-Columns-Pi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pc="0" baseline="0"/>
            </a:lvl1pPr>
          </a:lstStyle>
          <a:p>
            <a:r>
              <a:rPr lang="en-US"/>
              <a:t>Click to edit Master title style</a:t>
            </a:r>
            <a:endParaRPr lang="en-US" dirty="0"/>
          </a:p>
        </p:txBody>
      </p:sp>
      <p:sp>
        <p:nvSpPr>
          <p:cNvPr id="3" name="Content Placeholder 2"/>
          <p:cNvSpPr>
            <a:spLocks noGrp="1"/>
          </p:cNvSpPr>
          <p:nvPr>
            <p:ph sz="half" idx="1"/>
          </p:nvPr>
        </p:nvSpPr>
        <p:spPr>
          <a:xfrm>
            <a:off x="372189" y="4528393"/>
            <a:ext cx="5556663" cy="1583719"/>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12">
            <a:extLst>
              <a:ext uri="{FF2B5EF4-FFF2-40B4-BE49-F238E27FC236}">
                <a16:creationId xmlns:a16="http://schemas.microsoft.com/office/drawing/2014/main" id="{9227A447-AD3E-43E5-8193-BFADE932E8B9}"/>
              </a:ext>
            </a:extLst>
          </p:cNvPr>
          <p:cNvSpPr>
            <a:spLocks noGrp="1"/>
          </p:cNvSpPr>
          <p:nvPr>
            <p:ph type="body" sz="quarter" idx="13" hasCustomPrompt="1"/>
          </p:nvPr>
        </p:nvSpPr>
        <p:spPr>
          <a:xfrm>
            <a:off x="374904" y="1170432"/>
            <a:ext cx="11453628" cy="573617"/>
          </a:xfrm>
        </p:spPr>
        <p:txBody>
          <a:bodyPr>
            <a:noAutofit/>
          </a:bodyPr>
          <a:lstStyle>
            <a:lvl1pPr>
              <a:lnSpc>
                <a:spcPct val="100000"/>
              </a:lnSpc>
              <a:defRPr sz="2000" b="0" i="0">
                <a:latin typeface="+mn-lt"/>
              </a:defRPr>
            </a:lvl1pPr>
            <a:lvl3pPr marL="8466" indent="0">
              <a:buNone/>
              <a:defRPr/>
            </a:lvl3pPr>
            <a:lvl4pPr marL="232828" indent="0">
              <a:buNone/>
              <a:defRPr/>
            </a:lvl4pPr>
            <a:lvl5pPr marL="459305" indent="0">
              <a:buNone/>
              <a:defRPr/>
            </a:lvl5pPr>
          </a:lstStyle>
          <a:p>
            <a:pPr lvl="0"/>
            <a:r>
              <a:rPr lang="en-US" dirty="0"/>
              <a:t>Subhead if necessary</a:t>
            </a:r>
          </a:p>
        </p:txBody>
      </p:sp>
      <p:sp>
        <p:nvSpPr>
          <p:cNvPr id="19" name="Picture Placeholder 18">
            <a:extLst>
              <a:ext uri="{FF2B5EF4-FFF2-40B4-BE49-F238E27FC236}">
                <a16:creationId xmlns:a16="http://schemas.microsoft.com/office/drawing/2014/main" id="{79C690AE-22FB-FDE9-21B1-0F2E45C30FD9}"/>
              </a:ext>
            </a:extLst>
          </p:cNvPr>
          <p:cNvSpPr>
            <a:spLocks noGrp="1"/>
          </p:cNvSpPr>
          <p:nvPr>
            <p:ph type="pic" sz="quarter" idx="14"/>
          </p:nvPr>
        </p:nvSpPr>
        <p:spPr>
          <a:xfrm>
            <a:off x="475488" y="2030650"/>
            <a:ext cx="5099049" cy="2438400"/>
          </a:xfrm>
        </p:spPr>
        <p:txBody>
          <a:bodyPr/>
          <a:lstStyle/>
          <a:p>
            <a:r>
              <a:rPr lang="en-US"/>
              <a:t>Click icon to add picture</a:t>
            </a:r>
          </a:p>
        </p:txBody>
      </p:sp>
      <p:sp>
        <p:nvSpPr>
          <p:cNvPr id="20" name="Content Placeholder 2">
            <a:extLst>
              <a:ext uri="{FF2B5EF4-FFF2-40B4-BE49-F238E27FC236}">
                <a16:creationId xmlns:a16="http://schemas.microsoft.com/office/drawing/2014/main" id="{9F1552FC-E7FE-74E7-9FC3-DAE8E69EDDF7}"/>
              </a:ext>
            </a:extLst>
          </p:cNvPr>
          <p:cNvSpPr>
            <a:spLocks noGrp="1"/>
          </p:cNvSpPr>
          <p:nvPr>
            <p:ph sz="half" idx="15"/>
          </p:nvPr>
        </p:nvSpPr>
        <p:spPr>
          <a:xfrm>
            <a:off x="6264989" y="4528393"/>
            <a:ext cx="5556663" cy="1583719"/>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Picture Placeholder 18">
            <a:extLst>
              <a:ext uri="{FF2B5EF4-FFF2-40B4-BE49-F238E27FC236}">
                <a16:creationId xmlns:a16="http://schemas.microsoft.com/office/drawing/2014/main" id="{512796C0-CB45-C263-9788-F8AE8804140B}"/>
              </a:ext>
            </a:extLst>
          </p:cNvPr>
          <p:cNvSpPr>
            <a:spLocks noGrp="1"/>
          </p:cNvSpPr>
          <p:nvPr>
            <p:ph type="pic" sz="quarter" idx="16"/>
          </p:nvPr>
        </p:nvSpPr>
        <p:spPr>
          <a:xfrm>
            <a:off x="6364224" y="2030650"/>
            <a:ext cx="5099049" cy="2438400"/>
          </a:xfrm>
        </p:spPr>
        <p:txBody>
          <a:bodyPr/>
          <a:lstStyle/>
          <a:p>
            <a:r>
              <a:rPr lang="en-US"/>
              <a:t>Click icon to add picture</a:t>
            </a:r>
          </a:p>
        </p:txBody>
      </p:sp>
      <p:sp>
        <p:nvSpPr>
          <p:cNvPr id="7" name="Slide Number Placeholder 6">
            <a:extLst>
              <a:ext uri="{FF2B5EF4-FFF2-40B4-BE49-F238E27FC236}">
                <a16:creationId xmlns:a16="http://schemas.microsoft.com/office/drawing/2014/main" id="{AE2C1110-ACDB-A90D-C8BD-C9536517B322}"/>
              </a:ext>
            </a:extLst>
          </p:cNvPr>
          <p:cNvSpPr>
            <a:spLocks noGrp="1"/>
          </p:cNvSpPr>
          <p:nvPr>
            <p:ph type="sldNum" sz="quarter" idx="12"/>
          </p:nvPr>
        </p:nvSpPr>
        <p:spPr>
          <a:xfrm>
            <a:off x="11346640" y="6583477"/>
            <a:ext cx="497708" cy="275167"/>
          </a:xfrm>
          <a:prstGeom prst="rect">
            <a:avLst/>
          </a:prstGeom>
        </p:spPr>
        <p:txBody>
          <a:bodyPr anchor="ctr" anchorCtr="0"/>
          <a:lstStyle>
            <a:lvl1pPr algn="r">
              <a:defRPr sz="930" b="1">
                <a:solidFill>
                  <a:schemeClr val="bg1"/>
                </a:solidFill>
              </a:defRPr>
            </a:lvl1pPr>
          </a:lstStyle>
          <a:p>
            <a:fld id="{0D558541-60C9-42A2-8392-FF12533A6B7A}" type="slidenum">
              <a:rPr lang="en-US" smtClean="0"/>
              <a:pPr/>
              <a:t>‹#›</a:t>
            </a:fld>
            <a:endParaRPr lang="en-US" dirty="0"/>
          </a:p>
        </p:txBody>
      </p:sp>
    </p:spTree>
    <p:extLst>
      <p:ext uri="{BB962C8B-B14F-4D97-AF65-F5344CB8AC3E}">
        <p14:creationId xmlns:p14="http://schemas.microsoft.com/office/powerpoint/2010/main" val="22662141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yp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pc="0" baseline="0"/>
            </a:lvl1pPr>
          </a:lstStyle>
          <a:p>
            <a:r>
              <a:rPr lang="en-US"/>
              <a:t>Click to edit Master title style</a:t>
            </a:r>
            <a:endParaRPr lang="en-US" dirty="0"/>
          </a:p>
        </p:txBody>
      </p:sp>
      <p:sp>
        <p:nvSpPr>
          <p:cNvPr id="3" name="Content Placeholder 2"/>
          <p:cNvSpPr>
            <a:spLocks noGrp="1"/>
          </p:cNvSpPr>
          <p:nvPr>
            <p:ph sz="half" idx="1"/>
          </p:nvPr>
        </p:nvSpPr>
        <p:spPr>
          <a:xfrm>
            <a:off x="372189" y="1956816"/>
            <a:ext cx="5556663" cy="4120427"/>
          </a:xfrm>
        </p:spPr>
        <p:txBody>
          <a:bodyPr bIns="137160" anchor="ctr"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12">
            <a:extLst>
              <a:ext uri="{FF2B5EF4-FFF2-40B4-BE49-F238E27FC236}">
                <a16:creationId xmlns:a16="http://schemas.microsoft.com/office/drawing/2014/main" id="{9227A447-AD3E-43E5-8193-BFADE932E8B9}"/>
              </a:ext>
            </a:extLst>
          </p:cNvPr>
          <p:cNvSpPr>
            <a:spLocks noGrp="1"/>
          </p:cNvSpPr>
          <p:nvPr>
            <p:ph type="body" sz="quarter" idx="13" hasCustomPrompt="1"/>
          </p:nvPr>
        </p:nvSpPr>
        <p:spPr>
          <a:xfrm>
            <a:off x="374904" y="1170432"/>
            <a:ext cx="5556663" cy="573617"/>
          </a:xfrm>
        </p:spPr>
        <p:txBody>
          <a:bodyPr>
            <a:noAutofit/>
          </a:bodyPr>
          <a:lstStyle>
            <a:lvl1pPr>
              <a:lnSpc>
                <a:spcPct val="100000"/>
              </a:lnSpc>
              <a:defRPr sz="2000" b="0" i="0">
                <a:latin typeface="+mn-lt"/>
              </a:defRPr>
            </a:lvl1pPr>
            <a:lvl3pPr marL="8466" indent="0">
              <a:buNone/>
              <a:defRPr/>
            </a:lvl3pPr>
            <a:lvl4pPr marL="232828" indent="0">
              <a:buNone/>
              <a:defRPr/>
            </a:lvl4pPr>
            <a:lvl5pPr marL="459305" indent="0">
              <a:buNone/>
              <a:defRPr/>
            </a:lvl5pPr>
          </a:lstStyle>
          <a:p>
            <a:pPr lvl="0"/>
            <a:r>
              <a:rPr lang="en-US" dirty="0"/>
              <a:t>Subhead if necessary</a:t>
            </a:r>
          </a:p>
        </p:txBody>
      </p:sp>
      <p:sp>
        <p:nvSpPr>
          <p:cNvPr id="10" name="Content Placeholder 9">
            <a:extLst>
              <a:ext uri="{FF2B5EF4-FFF2-40B4-BE49-F238E27FC236}">
                <a16:creationId xmlns:a16="http://schemas.microsoft.com/office/drawing/2014/main" id="{D457C096-4AC9-390C-2520-4A3B876FA28A}"/>
              </a:ext>
            </a:extLst>
          </p:cNvPr>
          <p:cNvSpPr>
            <a:spLocks noGrp="1"/>
          </p:cNvSpPr>
          <p:nvPr>
            <p:ph sz="quarter" idx="14"/>
          </p:nvPr>
        </p:nvSpPr>
        <p:spPr>
          <a:xfrm>
            <a:off x="6096001" y="1637770"/>
            <a:ext cx="5729817" cy="47799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Slide Number Placeholder 6">
            <a:extLst>
              <a:ext uri="{FF2B5EF4-FFF2-40B4-BE49-F238E27FC236}">
                <a16:creationId xmlns:a16="http://schemas.microsoft.com/office/drawing/2014/main" id="{A938B46E-9006-CBC8-498C-40536BF7D810}"/>
              </a:ext>
            </a:extLst>
          </p:cNvPr>
          <p:cNvSpPr>
            <a:spLocks noGrp="1"/>
          </p:cNvSpPr>
          <p:nvPr>
            <p:ph type="sldNum" sz="quarter" idx="12"/>
          </p:nvPr>
        </p:nvSpPr>
        <p:spPr>
          <a:xfrm>
            <a:off x="11346640" y="6583477"/>
            <a:ext cx="497708" cy="275167"/>
          </a:xfrm>
          <a:prstGeom prst="rect">
            <a:avLst/>
          </a:prstGeom>
        </p:spPr>
        <p:txBody>
          <a:bodyPr anchor="ctr" anchorCtr="0"/>
          <a:lstStyle>
            <a:lvl1pPr algn="r">
              <a:defRPr sz="930" b="1">
                <a:solidFill>
                  <a:schemeClr val="bg1"/>
                </a:solidFill>
              </a:defRPr>
            </a:lvl1pPr>
          </a:lstStyle>
          <a:p>
            <a:fld id="{0D558541-60C9-42A2-8392-FF12533A6B7A}" type="slidenum">
              <a:rPr lang="en-US" smtClean="0"/>
              <a:pPr/>
              <a:t>‹#›</a:t>
            </a:fld>
            <a:endParaRPr lang="en-US" dirty="0"/>
          </a:p>
        </p:txBody>
      </p:sp>
    </p:spTree>
    <p:extLst>
      <p:ext uri="{BB962C8B-B14F-4D97-AF65-F5344CB8AC3E}">
        <p14:creationId xmlns:p14="http://schemas.microsoft.com/office/powerpoint/2010/main" val="40730137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hree-Columns-Typ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nSpc>
                <a:spcPct val="90000"/>
              </a:lnSpc>
              <a:defRPr>
                <a:latin typeface="+mj-lt"/>
              </a:defRPr>
            </a:lvl1pPr>
          </a:lstStyle>
          <a:p>
            <a:r>
              <a:rPr lang="en-US"/>
              <a:t>Click to edit Master title style</a:t>
            </a:r>
            <a:endParaRPr lang="en-US" dirty="0"/>
          </a:p>
        </p:txBody>
      </p:sp>
      <p:sp>
        <p:nvSpPr>
          <p:cNvPr id="3" name="Content Placeholder 2"/>
          <p:cNvSpPr>
            <a:spLocks noGrp="1"/>
          </p:cNvSpPr>
          <p:nvPr>
            <p:ph idx="1"/>
          </p:nvPr>
        </p:nvSpPr>
        <p:spPr>
          <a:xfrm>
            <a:off x="372189" y="1956816"/>
            <a:ext cx="3520440" cy="4453128"/>
          </a:xfrm>
        </p:spPr>
        <p:txBody>
          <a:bodyPr/>
          <a:lstStyle>
            <a:lvl1pPr>
              <a:lnSpc>
                <a:spcPct val="114000"/>
              </a:lnSpc>
              <a:spcAft>
                <a:spcPts val="400"/>
              </a:spcAft>
              <a:defRPr sz="1800"/>
            </a:lvl1pPr>
            <a:lvl2pPr>
              <a:lnSpc>
                <a:spcPct val="114000"/>
              </a:lnSpc>
              <a:spcAft>
                <a:spcPts val="600"/>
              </a:spcAft>
              <a:defRPr/>
            </a:lvl2pPr>
            <a:lvl3pPr>
              <a:lnSpc>
                <a:spcPct val="114000"/>
              </a:lnSpc>
              <a:spcAft>
                <a:spcPts val="600"/>
              </a:spcAft>
              <a:defRPr/>
            </a:lvl3pPr>
            <a:lvl4pPr>
              <a:lnSpc>
                <a:spcPct val="114000"/>
              </a:lnSpc>
              <a:spcAft>
                <a:spcPts val="600"/>
              </a:spcAft>
              <a:defRPr/>
            </a:lvl4pPr>
            <a:lvl5pPr>
              <a:lnSpc>
                <a:spcPct val="114000"/>
              </a:lnSpc>
              <a:spcAft>
                <a:spcPts val="6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12">
            <a:extLst>
              <a:ext uri="{FF2B5EF4-FFF2-40B4-BE49-F238E27FC236}">
                <a16:creationId xmlns:a16="http://schemas.microsoft.com/office/drawing/2014/main" id="{4D5A83BB-9D8E-880B-93F2-512308F05947}"/>
              </a:ext>
            </a:extLst>
          </p:cNvPr>
          <p:cNvSpPr>
            <a:spLocks noGrp="1"/>
          </p:cNvSpPr>
          <p:nvPr>
            <p:ph type="body" sz="quarter" idx="13" hasCustomPrompt="1"/>
          </p:nvPr>
        </p:nvSpPr>
        <p:spPr>
          <a:xfrm>
            <a:off x="372534" y="1170432"/>
            <a:ext cx="11453627" cy="573617"/>
          </a:xfrm>
        </p:spPr>
        <p:txBody>
          <a:bodyPr>
            <a:noAutofit/>
          </a:bodyPr>
          <a:lstStyle>
            <a:lvl1pPr>
              <a:lnSpc>
                <a:spcPct val="100000"/>
              </a:lnSpc>
              <a:defRPr sz="2000" b="0" i="0">
                <a:latin typeface="+mn-lt"/>
              </a:defRPr>
            </a:lvl1pPr>
            <a:lvl3pPr marL="8466" indent="0">
              <a:buNone/>
              <a:defRPr/>
            </a:lvl3pPr>
            <a:lvl4pPr marL="232828" indent="0">
              <a:buNone/>
              <a:defRPr/>
            </a:lvl4pPr>
            <a:lvl5pPr marL="459305" indent="0">
              <a:buNone/>
              <a:defRPr/>
            </a:lvl5pPr>
          </a:lstStyle>
          <a:p>
            <a:pPr lvl="0"/>
            <a:r>
              <a:rPr lang="en-US" dirty="0"/>
              <a:t>Subhead if necessary</a:t>
            </a:r>
          </a:p>
        </p:txBody>
      </p:sp>
      <p:sp>
        <p:nvSpPr>
          <p:cNvPr id="11" name="Content Placeholder 2">
            <a:extLst>
              <a:ext uri="{FF2B5EF4-FFF2-40B4-BE49-F238E27FC236}">
                <a16:creationId xmlns:a16="http://schemas.microsoft.com/office/drawing/2014/main" id="{4137307E-40E5-5240-6CF4-FDDE718A1CCC}"/>
              </a:ext>
            </a:extLst>
          </p:cNvPr>
          <p:cNvSpPr>
            <a:spLocks noGrp="1"/>
          </p:cNvSpPr>
          <p:nvPr>
            <p:ph idx="14"/>
          </p:nvPr>
        </p:nvSpPr>
        <p:spPr>
          <a:xfrm>
            <a:off x="8307149" y="1956816"/>
            <a:ext cx="3520440" cy="4453128"/>
          </a:xfrm>
        </p:spPr>
        <p:txBody>
          <a:bodyPr/>
          <a:lstStyle>
            <a:lvl1pPr>
              <a:lnSpc>
                <a:spcPct val="114000"/>
              </a:lnSpc>
              <a:spcAft>
                <a:spcPts val="400"/>
              </a:spcAft>
              <a:defRPr sz="1800"/>
            </a:lvl1pPr>
            <a:lvl2pPr>
              <a:lnSpc>
                <a:spcPct val="114000"/>
              </a:lnSpc>
              <a:spcAft>
                <a:spcPts val="600"/>
              </a:spcAft>
              <a:defRPr/>
            </a:lvl2pPr>
            <a:lvl3pPr>
              <a:lnSpc>
                <a:spcPct val="114000"/>
              </a:lnSpc>
              <a:spcAft>
                <a:spcPts val="600"/>
              </a:spcAft>
              <a:defRPr/>
            </a:lvl3pPr>
            <a:lvl4pPr>
              <a:lnSpc>
                <a:spcPct val="114000"/>
              </a:lnSpc>
              <a:spcAft>
                <a:spcPts val="600"/>
              </a:spcAft>
              <a:defRPr/>
            </a:lvl4pPr>
            <a:lvl5pPr>
              <a:lnSpc>
                <a:spcPct val="114000"/>
              </a:lnSpc>
              <a:spcAft>
                <a:spcPts val="6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2">
            <a:extLst>
              <a:ext uri="{FF2B5EF4-FFF2-40B4-BE49-F238E27FC236}">
                <a16:creationId xmlns:a16="http://schemas.microsoft.com/office/drawing/2014/main" id="{3A35DD22-AD94-02F7-726D-EF8870A6BBD7}"/>
              </a:ext>
            </a:extLst>
          </p:cNvPr>
          <p:cNvSpPr>
            <a:spLocks noGrp="1"/>
          </p:cNvSpPr>
          <p:nvPr>
            <p:ph idx="15"/>
          </p:nvPr>
        </p:nvSpPr>
        <p:spPr>
          <a:xfrm>
            <a:off x="4339669" y="1956816"/>
            <a:ext cx="3520440" cy="4453128"/>
          </a:xfrm>
        </p:spPr>
        <p:txBody>
          <a:bodyPr/>
          <a:lstStyle>
            <a:lvl1pPr>
              <a:lnSpc>
                <a:spcPct val="114000"/>
              </a:lnSpc>
              <a:spcAft>
                <a:spcPts val="400"/>
              </a:spcAft>
              <a:defRPr sz="1800"/>
            </a:lvl1pPr>
            <a:lvl2pPr>
              <a:lnSpc>
                <a:spcPct val="114000"/>
              </a:lnSpc>
              <a:spcAft>
                <a:spcPts val="600"/>
              </a:spcAft>
              <a:defRPr/>
            </a:lvl2pPr>
            <a:lvl3pPr>
              <a:lnSpc>
                <a:spcPct val="114000"/>
              </a:lnSpc>
              <a:spcAft>
                <a:spcPts val="600"/>
              </a:spcAft>
              <a:defRPr/>
            </a:lvl3pPr>
            <a:lvl4pPr>
              <a:lnSpc>
                <a:spcPct val="114000"/>
              </a:lnSpc>
              <a:spcAft>
                <a:spcPts val="600"/>
              </a:spcAft>
              <a:defRPr/>
            </a:lvl4pPr>
            <a:lvl5pPr>
              <a:lnSpc>
                <a:spcPct val="114000"/>
              </a:lnSpc>
              <a:spcAft>
                <a:spcPts val="6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Slide Number Placeholder 6">
            <a:extLst>
              <a:ext uri="{FF2B5EF4-FFF2-40B4-BE49-F238E27FC236}">
                <a16:creationId xmlns:a16="http://schemas.microsoft.com/office/drawing/2014/main" id="{D2252798-75B5-6A20-2C7F-A0A9106AC0E3}"/>
              </a:ext>
            </a:extLst>
          </p:cNvPr>
          <p:cNvSpPr>
            <a:spLocks noGrp="1"/>
          </p:cNvSpPr>
          <p:nvPr>
            <p:ph type="sldNum" sz="quarter" idx="12"/>
          </p:nvPr>
        </p:nvSpPr>
        <p:spPr>
          <a:xfrm>
            <a:off x="11346640" y="6583477"/>
            <a:ext cx="497708" cy="275167"/>
          </a:xfrm>
          <a:prstGeom prst="rect">
            <a:avLst/>
          </a:prstGeom>
        </p:spPr>
        <p:txBody>
          <a:bodyPr anchor="ctr" anchorCtr="0"/>
          <a:lstStyle>
            <a:lvl1pPr algn="r">
              <a:defRPr sz="930" b="1">
                <a:solidFill>
                  <a:schemeClr val="bg1"/>
                </a:solidFill>
              </a:defRPr>
            </a:lvl1pPr>
          </a:lstStyle>
          <a:p>
            <a:fld id="{0D558541-60C9-42A2-8392-FF12533A6B7A}" type="slidenum">
              <a:rPr lang="en-US" smtClean="0"/>
              <a:pPr/>
              <a:t>‹#›</a:t>
            </a:fld>
            <a:endParaRPr lang="en-US" dirty="0"/>
          </a:p>
        </p:txBody>
      </p:sp>
    </p:spTree>
    <p:extLst>
      <p:ext uri="{BB962C8B-B14F-4D97-AF65-F5344CB8AC3E}">
        <p14:creationId xmlns:p14="http://schemas.microsoft.com/office/powerpoint/2010/main" val="35229666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hree-Columns-Compare">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CE243A6D-D989-6475-9B95-66EB2ADB4D73}"/>
              </a:ext>
            </a:extLst>
          </p:cNvPr>
          <p:cNvSpPr/>
          <p:nvPr/>
        </p:nvSpPr>
        <p:spPr>
          <a:xfrm>
            <a:off x="0" y="2044904"/>
            <a:ext cx="12192000" cy="3394896"/>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85335" y="1456352"/>
            <a:ext cx="3520440" cy="4572000"/>
          </a:xfrm>
          <a:solidFill>
            <a:schemeClr val="bg1">
              <a:lumMod val="95000"/>
            </a:schemeClr>
          </a:solidFill>
          <a:ln w="25400">
            <a:solidFill>
              <a:schemeClr val="tx2"/>
            </a:solidFill>
          </a:ln>
        </p:spPr>
        <p:txBody>
          <a:bodyPr lIns="164592" tIns="137160" rIns="164592">
            <a:noAutofit/>
          </a:bodyPr>
          <a:lstStyle>
            <a:lvl1pPr algn="ctr">
              <a:lnSpc>
                <a:spcPct val="114000"/>
              </a:lnSpc>
              <a:spcAft>
                <a:spcPts val="400"/>
              </a:spcAft>
              <a:defRPr/>
            </a:lvl1pPr>
            <a:lvl2pPr algn="ctr">
              <a:lnSpc>
                <a:spcPct val="114000"/>
              </a:lnSpc>
              <a:spcAft>
                <a:spcPts val="600"/>
              </a:spcAft>
              <a:defRPr/>
            </a:lvl2pPr>
            <a:lvl3pPr>
              <a:lnSpc>
                <a:spcPct val="114000"/>
              </a:lnSpc>
              <a:spcAft>
                <a:spcPts val="600"/>
              </a:spcAft>
              <a:defRPr/>
            </a:lvl3pPr>
            <a:lvl4pPr>
              <a:lnSpc>
                <a:spcPct val="114000"/>
              </a:lnSpc>
              <a:spcAft>
                <a:spcPts val="600"/>
              </a:spcAft>
              <a:defRPr/>
            </a:lvl4pPr>
            <a:lvl5pPr>
              <a:lnSpc>
                <a:spcPct val="114000"/>
              </a:lnSpc>
              <a:spcAft>
                <a:spcPts val="6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2">
            <a:extLst>
              <a:ext uri="{FF2B5EF4-FFF2-40B4-BE49-F238E27FC236}">
                <a16:creationId xmlns:a16="http://schemas.microsoft.com/office/drawing/2014/main" id="{71D212F2-E016-678E-503F-65211A1D60C6}"/>
              </a:ext>
            </a:extLst>
          </p:cNvPr>
          <p:cNvSpPr>
            <a:spLocks noGrp="1"/>
          </p:cNvSpPr>
          <p:nvPr>
            <p:ph sz="half" idx="13"/>
          </p:nvPr>
        </p:nvSpPr>
        <p:spPr>
          <a:xfrm>
            <a:off x="8191535" y="1456352"/>
            <a:ext cx="3520440" cy="4572000"/>
          </a:xfrm>
          <a:solidFill>
            <a:schemeClr val="bg1">
              <a:lumMod val="95000"/>
            </a:schemeClr>
          </a:solidFill>
          <a:ln w="25400">
            <a:solidFill>
              <a:schemeClr val="tx2"/>
            </a:solidFill>
          </a:ln>
        </p:spPr>
        <p:txBody>
          <a:bodyPr lIns="164592" tIns="137160" rIns="164592">
            <a:noAutofit/>
          </a:bodyPr>
          <a:lstStyle>
            <a:lvl1pPr algn="ctr">
              <a:lnSpc>
                <a:spcPct val="114000"/>
              </a:lnSpc>
              <a:spcAft>
                <a:spcPts val="400"/>
              </a:spcAft>
              <a:defRPr/>
            </a:lvl1pPr>
            <a:lvl2pPr algn="ctr">
              <a:lnSpc>
                <a:spcPct val="114000"/>
              </a:lnSpc>
              <a:spcAft>
                <a:spcPts val="600"/>
              </a:spcAft>
              <a:defRPr/>
            </a:lvl2pPr>
            <a:lvl3pPr>
              <a:lnSpc>
                <a:spcPct val="114000"/>
              </a:lnSpc>
              <a:spcAft>
                <a:spcPts val="600"/>
              </a:spcAft>
              <a:defRPr/>
            </a:lvl3pPr>
            <a:lvl4pPr>
              <a:lnSpc>
                <a:spcPct val="114000"/>
              </a:lnSpc>
              <a:spcAft>
                <a:spcPts val="600"/>
              </a:spcAft>
              <a:defRPr/>
            </a:lvl4pPr>
            <a:lvl5pPr>
              <a:lnSpc>
                <a:spcPct val="114000"/>
              </a:lnSpc>
              <a:spcAft>
                <a:spcPts val="6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2">
            <a:extLst>
              <a:ext uri="{FF2B5EF4-FFF2-40B4-BE49-F238E27FC236}">
                <a16:creationId xmlns:a16="http://schemas.microsoft.com/office/drawing/2014/main" id="{08FE8B98-FE53-BAD7-940B-691589B7112C}"/>
              </a:ext>
            </a:extLst>
          </p:cNvPr>
          <p:cNvSpPr>
            <a:spLocks noGrp="1"/>
          </p:cNvSpPr>
          <p:nvPr>
            <p:ph sz="half" idx="14"/>
          </p:nvPr>
        </p:nvSpPr>
        <p:spPr>
          <a:xfrm>
            <a:off x="4338435" y="1456352"/>
            <a:ext cx="3520440" cy="4572000"/>
          </a:xfrm>
          <a:solidFill>
            <a:schemeClr val="bg1">
              <a:lumMod val="95000"/>
            </a:schemeClr>
          </a:solidFill>
          <a:ln w="25400">
            <a:solidFill>
              <a:schemeClr val="tx2"/>
            </a:solidFill>
          </a:ln>
        </p:spPr>
        <p:txBody>
          <a:bodyPr lIns="164592" tIns="137160" rIns="164592">
            <a:noAutofit/>
          </a:bodyPr>
          <a:lstStyle>
            <a:lvl1pPr algn="ctr">
              <a:lnSpc>
                <a:spcPct val="114000"/>
              </a:lnSpc>
              <a:spcAft>
                <a:spcPts val="400"/>
              </a:spcAft>
              <a:defRPr/>
            </a:lvl1pPr>
            <a:lvl2pPr algn="ctr">
              <a:lnSpc>
                <a:spcPct val="114000"/>
              </a:lnSpc>
              <a:spcAft>
                <a:spcPts val="600"/>
              </a:spcAft>
              <a:defRPr/>
            </a:lvl2pPr>
            <a:lvl3pPr>
              <a:lnSpc>
                <a:spcPct val="114000"/>
              </a:lnSpc>
              <a:spcAft>
                <a:spcPts val="600"/>
              </a:spcAft>
              <a:defRPr/>
            </a:lvl3pPr>
            <a:lvl4pPr>
              <a:lnSpc>
                <a:spcPct val="114000"/>
              </a:lnSpc>
              <a:spcAft>
                <a:spcPts val="600"/>
              </a:spcAft>
              <a:defRPr/>
            </a:lvl4pPr>
            <a:lvl5pPr>
              <a:lnSpc>
                <a:spcPct val="114000"/>
              </a:lnSpc>
              <a:spcAft>
                <a:spcPts val="6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Slide Number Placeholder 6">
            <a:extLst>
              <a:ext uri="{FF2B5EF4-FFF2-40B4-BE49-F238E27FC236}">
                <a16:creationId xmlns:a16="http://schemas.microsoft.com/office/drawing/2014/main" id="{1411F1FF-3ACF-1975-3CD0-FA1DC10D6C31}"/>
              </a:ext>
            </a:extLst>
          </p:cNvPr>
          <p:cNvSpPr>
            <a:spLocks noGrp="1"/>
          </p:cNvSpPr>
          <p:nvPr>
            <p:ph type="sldNum" sz="quarter" idx="12"/>
          </p:nvPr>
        </p:nvSpPr>
        <p:spPr>
          <a:xfrm>
            <a:off x="11346640" y="6583477"/>
            <a:ext cx="497708" cy="275167"/>
          </a:xfrm>
          <a:prstGeom prst="rect">
            <a:avLst/>
          </a:prstGeom>
        </p:spPr>
        <p:txBody>
          <a:bodyPr anchor="ctr" anchorCtr="0"/>
          <a:lstStyle>
            <a:lvl1pPr algn="r">
              <a:defRPr sz="930" b="1">
                <a:solidFill>
                  <a:schemeClr val="bg1"/>
                </a:solidFill>
              </a:defRPr>
            </a:lvl1pPr>
          </a:lstStyle>
          <a:p>
            <a:fld id="{0D558541-60C9-42A2-8392-FF12533A6B7A}" type="slidenum">
              <a:rPr lang="en-US" smtClean="0"/>
              <a:pPr/>
              <a:t>‹#›</a:t>
            </a:fld>
            <a:endParaRPr lang="en-US" dirty="0"/>
          </a:p>
        </p:txBody>
      </p:sp>
    </p:spTree>
    <p:extLst>
      <p:ext uri="{BB962C8B-B14F-4D97-AF65-F5344CB8AC3E}">
        <p14:creationId xmlns:p14="http://schemas.microsoft.com/office/powerpoint/2010/main" val="5839613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Type-Tab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pc="0" baseline="0"/>
            </a:lvl1pPr>
          </a:lstStyle>
          <a:p>
            <a:r>
              <a:rPr lang="en-US"/>
              <a:t>Click to edit Master title style</a:t>
            </a:r>
            <a:endParaRPr lang="en-US" dirty="0"/>
          </a:p>
        </p:txBody>
      </p:sp>
      <p:sp>
        <p:nvSpPr>
          <p:cNvPr id="9" name="Table Placeholder 8">
            <a:extLst>
              <a:ext uri="{FF2B5EF4-FFF2-40B4-BE49-F238E27FC236}">
                <a16:creationId xmlns:a16="http://schemas.microsoft.com/office/drawing/2014/main" id="{A25917EB-8EBC-54E5-E082-F2C50065DE90}"/>
              </a:ext>
            </a:extLst>
          </p:cNvPr>
          <p:cNvSpPr>
            <a:spLocks noGrp="1"/>
          </p:cNvSpPr>
          <p:nvPr>
            <p:ph type="tbl" sz="quarter" idx="13"/>
          </p:nvPr>
        </p:nvSpPr>
        <p:spPr>
          <a:xfrm>
            <a:off x="457201" y="1885506"/>
            <a:ext cx="11277599" cy="4532227"/>
          </a:xfrm>
        </p:spPr>
        <p:txBody>
          <a:bodyPr/>
          <a:lstStyle/>
          <a:p>
            <a:r>
              <a:rPr lang="en-US"/>
              <a:t>Click icon to add table</a:t>
            </a:r>
            <a:endParaRPr lang="en-US" dirty="0"/>
          </a:p>
        </p:txBody>
      </p:sp>
      <p:sp>
        <p:nvSpPr>
          <p:cNvPr id="7" name="Text Placeholder 12">
            <a:extLst>
              <a:ext uri="{FF2B5EF4-FFF2-40B4-BE49-F238E27FC236}">
                <a16:creationId xmlns:a16="http://schemas.microsoft.com/office/drawing/2014/main" id="{A8F5E660-7E62-50F2-6560-4A37AF0569FD}"/>
              </a:ext>
            </a:extLst>
          </p:cNvPr>
          <p:cNvSpPr>
            <a:spLocks noGrp="1"/>
          </p:cNvSpPr>
          <p:nvPr>
            <p:ph type="body" sz="quarter" idx="14" hasCustomPrompt="1"/>
          </p:nvPr>
        </p:nvSpPr>
        <p:spPr>
          <a:xfrm>
            <a:off x="372534" y="1170432"/>
            <a:ext cx="11453627" cy="573617"/>
          </a:xfrm>
        </p:spPr>
        <p:txBody>
          <a:bodyPr>
            <a:noAutofit/>
          </a:bodyPr>
          <a:lstStyle>
            <a:lvl1pPr>
              <a:lnSpc>
                <a:spcPct val="100000"/>
              </a:lnSpc>
              <a:defRPr sz="2000" b="0" i="0">
                <a:latin typeface="+mn-lt"/>
              </a:defRPr>
            </a:lvl1pPr>
            <a:lvl3pPr marL="8466" indent="0">
              <a:buNone/>
              <a:defRPr/>
            </a:lvl3pPr>
            <a:lvl4pPr marL="232828" indent="0">
              <a:buNone/>
              <a:defRPr/>
            </a:lvl4pPr>
            <a:lvl5pPr marL="459305" indent="0">
              <a:buNone/>
              <a:defRPr/>
            </a:lvl5pPr>
          </a:lstStyle>
          <a:p>
            <a:pPr lvl="0"/>
            <a:r>
              <a:rPr lang="en-US" dirty="0"/>
              <a:t>Subhead if necessary</a:t>
            </a:r>
          </a:p>
        </p:txBody>
      </p:sp>
      <p:sp>
        <p:nvSpPr>
          <p:cNvPr id="3" name="Slide Number Placeholder 6">
            <a:extLst>
              <a:ext uri="{FF2B5EF4-FFF2-40B4-BE49-F238E27FC236}">
                <a16:creationId xmlns:a16="http://schemas.microsoft.com/office/drawing/2014/main" id="{ED02709C-B9E2-2479-FCC5-059829D6B09E}"/>
              </a:ext>
            </a:extLst>
          </p:cNvPr>
          <p:cNvSpPr>
            <a:spLocks noGrp="1"/>
          </p:cNvSpPr>
          <p:nvPr>
            <p:ph type="sldNum" sz="quarter" idx="12"/>
          </p:nvPr>
        </p:nvSpPr>
        <p:spPr>
          <a:xfrm>
            <a:off x="11346640" y="6583477"/>
            <a:ext cx="497708" cy="275167"/>
          </a:xfrm>
          <a:prstGeom prst="rect">
            <a:avLst/>
          </a:prstGeom>
        </p:spPr>
        <p:txBody>
          <a:bodyPr anchor="ctr" anchorCtr="0"/>
          <a:lstStyle>
            <a:lvl1pPr algn="r">
              <a:defRPr sz="930" b="1">
                <a:solidFill>
                  <a:schemeClr val="bg1"/>
                </a:solidFill>
              </a:defRPr>
            </a:lvl1pPr>
          </a:lstStyle>
          <a:p>
            <a:fld id="{0D558541-60C9-42A2-8392-FF12533A6B7A}" type="slidenum">
              <a:rPr lang="en-US" smtClean="0"/>
              <a:pPr/>
              <a:t>‹#›</a:t>
            </a:fld>
            <a:endParaRPr lang="en-US" dirty="0"/>
          </a:p>
        </p:txBody>
      </p:sp>
    </p:spTree>
    <p:extLst>
      <p:ext uri="{BB962C8B-B14F-4D97-AF65-F5344CB8AC3E}">
        <p14:creationId xmlns:p14="http://schemas.microsoft.com/office/powerpoint/2010/main" val="1029775172"/>
      </p:ext>
    </p:extLst>
  </p:cSld>
  <p:clrMapOvr>
    <a:masterClrMapping/>
  </p:clrMapOvr>
  <p:extLst>
    <p:ext uri="{DCECCB84-F9BA-43D5-87BE-67443E8EF086}">
      <p15:sldGuideLst xmlns:p15="http://schemas.microsoft.com/office/powerpoint/2012/main">
        <p15:guide id="5" orient="horz" pos="2160">
          <p15:clr>
            <a:srgbClr val="FBAE40"/>
          </p15:clr>
        </p15:guide>
        <p15:guide id="6" orient="horz" pos="1328">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tle-Sub-Blank">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5" name="Text Placeholder 12">
            <a:extLst>
              <a:ext uri="{FF2B5EF4-FFF2-40B4-BE49-F238E27FC236}">
                <a16:creationId xmlns:a16="http://schemas.microsoft.com/office/drawing/2014/main" id="{210ED764-95FB-8EBB-7659-9AEFCB94E218}"/>
              </a:ext>
            </a:extLst>
          </p:cNvPr>
          <p:cNvSpPr>
            <a:spLocks noGrp="1"/>
          </p:cNvSpPr>
          <p:nvPr>
            <p:ph type="body" sz="quarter" idx="14" hasCustomPrompt="1"/>
          </p:nvPr>
        </p:nvSpPr>
        <p:spPr>
          <a:xfrm>
            <a:off x="372534" y="1170432"/>
            <a:ext cx="11453627" cy="573617"/>
          </a:xfrm>
        </p:spPr>
        <p:txBody>
          <a:bodyPr>
            <a:noAutofit/>
          </a:bodyPr>
          <a:lstStyle>
            <a:lvl1pPr>
              <a:lnSpc>
                <a:spcPct val="100000"/>
              </a:lnSpc>
              <a:defRPr sz="2000" b="0" i="0">
                <a:latin typeface="+mn-lt"/>
              </a:defRPr>
            </a:lvl1pPr>
            <a:lvl3pPr marL="8466" indent="0">
              <a:buNone/>
              <a:defRPr/>
            </a:lvl3pPr>
            <a:lvl4pPr marL="232828" indent="0">
              <a:buNone/>
              <a:defRPr/>
            </a:lvl4pPr>
            <a:lvl5pPr marL="459305" indent="0">
              <a:buNone/>
              <a:defRPr/>
            </a:lvl5pPr>
          </a:lstStyle>
          <a:p>
            <a:pPr lvl="0"/>
            <a:r>
              <a:rPr lang="en-US" dirty="0"/>
              <a:t>Subhead if necessary</a:t>
            </a:r>
          </a:p>
        </p:txBody>
      </p:sp>
      <p:sp>
        <p:nvSpPr>
          <p:cNvPr id="3" name="Slide Number Placeholder 6">
            <a:extLst>
              <a:ext uri="{FF2B5EF4-FFF2-40B4-BE49-F238E27FC236}">
                <a16:creationId xmlns:a16="http://schemas.microsoft.com/office/drawing/2014/main" id="{55373F48-814A-152B-041B-20CF6CEADF41}"/>
              </a:ext>
            </a:extLst>
          </p:cNvPr>
          <p:cNvSpPr>
            <a:spLocks noGrp="1"/>
          </p:cNvSpPr>
          <p:nvPr>
            <p:ph type="sldNum" sz="quarter" idx="12"/>
          </p:nvPr>
        </p:nvSpPr>
        <p:spPr>
          <a:xfrm>
            <a:off x="11346640" y="6583477"/>
            <a:ext cx="497708" cy="275167"/>
          </a:xfrm>
          <a:prstGeom prst="rect">
            <a:avLst/>
          </a:prstGeom>
        </p:spPr>
        <p:txBody>
          <a:bodyPr anchor="ctr" anchorCtr="0"/>
          <a:lstStyle>
            <a:lvl1pPr algn="r">
              <a:defRPr sz="930" b="1">
                <a:solidFill>
                  <a:schemeClr val="bg1"/>
                </a:solidFill>
              </a:defRPr>
            </a:lvl1pPr>
          </a:lstStyle>
          <a:p>
            <a:fld id="{0D558541-60C9-42A2-8392-FF12533A6B7A}" type="slidenum">
              <a:rPr lang="en-US" smtClean="0"/>
              <a:pPr/>
              <a:t>‹#›</a:t>
            </a:fld>
            <a:endParaRPr lang="en-US" dirty="0"/>
          </a:p>
        </p:txBody>
      </p:sp>
    </p:spTree>
    <p:extLst>
      <p:ext uri="{BB962C8B-B14F-4D97-AF65-F5344CB8AC3E}">
        <p14:creationId xmlns:p14="http://schemas.microsoft.com/office/powerpoint/2010/main" val="408681425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1_Thank you">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F6ABA64-368E-BBC0-663A-E04E9904B76F}"/>
              </a:ext>
            </a:extLst>
          </p:cNvPr>
          <p:cNvSpPr/>
          <p:nvPr/>
        </p:nvSpPr>
        <p:spPr>
          <a:xfrm>
            <a:off x="0" y="0"/>
            <a:ext cx="1219200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p>
        </p:txBody>
      </p:sp>
      <p:pic>
        <p:nvPicPr>
          <p:cNvPr id="9" name="Graphic 8">
            <a:extLst>
              <a:ext uri="{FF2B5EF4-FFF2-40B4-BE49-F238E27FC236}">
                <a16:creationId xmlns:a16="http://schemas.microsoft.com/office/drawing/2014/main" id="{3EB608DE-BFCD-A2BA-DB2F-60A4A85A8285}"/>
              </a:ext>
            </a:extLst>
          </p:cNvPr>
          <p:cNvPicPr>
            <a:picLocks noChangeAspect="1"/>
          </p:cNvPicPr>
          <p:nvPr/>
        </p:nvPicPr>
        <p:blipFill rotWithShape="1">
          <a:blip r:embed="rId2">
            <a:extLst>
              <a:ext uri="{96DAC541-7B7A-43D3-8B79-37D633B846F1}">
                <asvg:svgBlip xmlns:asvg="http://schemas.microsoft.com/office/drawing/2016/SVG/main" r:embed="rId3"/>
              </a:ext>
            </a:extLst>
          </a:blip>
          <a:srcRect l="-112" t="-148" r="7377" b="148"/>
          <a:stretch/>
        </p:blipFill>
        <p:spPr>
          <a:xfrm>
            <a:off x="-7147" y="1"/>
            <a:ext cx="8941484" cy="6858001"/>
          </a:xfrm>
          <a:prstGeom prst="rect">
            <a:avLst/>
          </a:prstGeom>
        </p:spPr>
      </p:pic>
      <p:pic>
        <p:nvPicPr>
          <p:cNvPr id="10" name="Graphic 9">
            <a:extLst>
              <a:ext uri="{FF2B5EF4-FFF2-40B4-BE49-F238E27FC236}">
                <a16:creationId xmlns:a16="http://schemas.microsoft.com/office/drawing/2014/main" id="{07F6CAA3-8590-69C0-BCEF-50C02B09A4CE}"/>
              </a:ext>
            </a:extLst>
          </p:cNvPr>
          <p:cNvPicPr>
            <a:picLocks noChangeAspect="1"/>
          </p:cNvPicPr>
          <p:nvPr/>
        </p:nvPicPr>
        <p:blipFill rotWithShape="1">
          <a:blip r:embed="rId4">
            <a:extLst>
              <a:ext uri="{96DAC541-7B7A-43D3-8B79-37D633B846F1}">
                <asvg:svgBlip xmlns:asvg="http://schemas.microsoft.com/office/drawing/2016/SVG/main" r:embed="rId5"/>
              </a:ext>
            </a:extLst>
          </a:blip>
          <a:srcRect l="1" t="1633" r="28586"/>
          <a:stretch/>
        </p:blipFill>
        <p:spPr>
          <a:xfrm>
            <a:off x="2752898" y="0"/>
            <a:ext cx="9439103" cy="6868192"/>
          </a:xfrm>
          <a:prstGeom prst="rect">
            <a:avLst/>
          </a:prstGeom>
        </p:spPr>
      </p:pic>
      <p:pic>
        <p:nvPicPr>
          <p:cNvPr id="11" name="Picture 10">
            <a:extLst>
              <a:ext uri="{FF2B5EF4-FFF2-40B4-BE49-F238E27FC236}">
                <a16:creationId xmlns:a16="http://schemas.microsoft.com/office/drawing/2014/main" id="{0ED0132E-7B12-5E0A-3026-66DB8B11427A}"/>
              </a:ext>
            </a:extLst>
          </p:cNvPr>
          <p:cNvPicPr>
            <a:picLocks noChangeAspect="1"/>
          </p:cNvPicPr>
          <p:nvPr/>
        </p:nvPicPr>
        <p:blipFill>
          <a:blip r:embed="rId6" cstate="print">
            <a:extLst>
              <a:ext uri="{28A0092B-C50C-407E-A947-70E740481C1C}">
                <a14:useLocalDpi xmlns:a14="http://schemas.microsoft.com/office/drawing/2010/main"/>
              </a:ext>
            </a:extLst>
          </a:blip>
          <a:stretch>
            <a:fillRect/>
          </a:stretch>
        </p:blipFill>
        <p:spPr>
          <a:xfrm>
            <a:off x="9447021" y="5298724"/>
            <a:ext cx="2257273" cy="421107"/>
          </a:xfrm>
          <a:prstGeom prst="rect">
            <a:avLst/>
          </a:prstGeom>
        </p:spPr>
      </p:pic>
      <p:sp>
        <p:nvSpPr>
          <p:cNvPr id="2" name="Title 1"/>
          <p:cNvSpPr>
            <a:spLocks noGrp="1"/>
          </p:cNvSpPr>
          <p:nvPr>
            <p:ph type="ctrTitle"/>
          </p:nvPr>
        </p:nvSpPr>
        <p:spPr>
          <a:xfrm>
            <a:off x="6096001" y="606689"/>
            <a:ext cx="5729817" cy="2387600"/>
          </a:xfrm>
        </p:spPr>
        <p:txBody>
          <a:bodyPr rIns="73152" anchor="b"/>
          <a:lstStyle>
            <a:lvl1pPr algn="r">
              <a:defRPr sz="5200" baseline="0">
                <a:solidFill>
                  <a:schemeClr val="bg1"/>
                </a:solidFill>
              </a:defRPr>
            </a:lvl1pPr>
          </a:lstStyle>
          <a:p>
            <a:r>
              <a:rPr lang="en-US"/>
              <a:t>Click to edit Master title style</a:t>
            </a:r>
            <a:endParaRPr lang="en-US" dirty="0"/>
          </a:p>
        </p:txBody>
      </p:sp>
      <p:pic>
        <p:nvPicPr>
          <p:cNvPr id="7" name="Picture 6">
            <a:extLst>
              <a:ext uri="{FF2B5EF4-FFF2-40B4-BE49-F238E27FC236}">
                <a16:creationId xmlns:a16="http://schemas.microsoft.com/office/drawing/2014/main" id="{4E274995-A486-3498-56E0-BCAF34D31316}"/>
              </a:ext>
            </a:extLst>
          </p:cNvPr>
          <p:cNvPicPr>
            <a:picLocks noChangeAspect="1"/>
          </p:cNvPicPr>
          <p:nvPr/>
        </p:nvPicPr>
        <p:blipFill>
          <a:blip r:embed="rId6" cstate="print">
            <a:extLst>
              <a:ext uri="{28A0092B-C50C-407E-A947-70E740481C1C}">
                <a14:useLocalDpi xmlns:a14="http://schemas.microsoft.com/office/drawing/2010/main"/>
              </a:ext>
            </a:extLst>
          </a:blip>
          <a:stretch>
            <a:fillRect/>
          </a:stretch>
        </p:blipFill>
        <p:spPr>
          <a:xfrm>
            <a:off x="9447021" y="5298724"/>
            <a:ext cx="2257273" cy="421107"/>
          </a:xfrm>
          <a:prstGeom prst="rect">
            <a:avLst/>
          </a:prstGeom>
        </p:spPr>
      </p:pic>
      <p:pic>
        <p:nvPicPr>
          <p:cNvPr id="4" name="Picture 3">
            <a:extLst>
              <a:ext uri="{FF2B5EF4-FFF2-40B4-BE49-F238E27FC236}">
                <a16:creationId xmlns:a16="http://schemas.microsoft.com/office/drawing/2014/main" id="{57D5E1C3-9FA2-812F-68A0-884F83841065}"/>
              </a:ext>
            </a:extLst>
          </p:cNvPr>
          <p:cNvPicPr>
            <a:picLocks noChangeAspect="1"/>
          </p:cNvPicPr>
          <p:nvPr/>
        </p:nvPicPr>
        <p:blipFill>
          <a:blip r:embed="rId6" cstate="print">
            <a:extLst>
              <a:ext uri="{28A0092B-C50C-407E-A947-70E740481C1C}">
                <a14:useLocalDpi xmlns:a14="http://schemas.microsoft.com/office/drawing/2010/main"/>
              </a:ext>
            </a:extLst>
          </a:blip>
          <a:stretch>
            <a:fillRect/>
          </a:stretch>
        </p:blipFill>
        <p:spPr>
          <a:xfrm>
            <a:off x="9447021" y="5298724"/>
            <a:ext cx="2257273" cy="421107"/>
          </a:xfrm>
          <a:prstGeom prst="rect">
            <a:avLst/>
          </a:prstGeom>
        </p:spPr>
      </p:pic>
      <p:pic>
        <p:nvPicPr>
          <p:cNvPr id="5" name="Picture 4">
            <a:extLst>
              <a:ext uri="{FF2B5EF4-FFF2-40B4-BE49-F238E27FC236}">
                <a16:creationId xmlns:a16="http://schemas.microsoft.com/office/drawing/2014/main" id="{3DF2A1F7-2DA3-AC5C-92EC-87F1062355BA}"/>
              </a:ext>
            </a:extLst>
          </p:cNvPr>
          <p:cNvPicPr>
            <a:picLocks noChangeAspect="1"/>
          </p:cNvPicPr>
          <p:nvPr/>
        </p:nvPicPr>
        <p:blipFill>
          <a:blip r:embed="rId6" cstate="print">
            <a:extLst>
              <a:ext uri="{28A0092B-C50C-407E-A947-70E740481C1C}">
                <a14:useLocalDpi xmlns:a14="http://schemas.microsoft.com/office/drawing/2010/main"/>
              </a:ext>
            </a:extLst>
          </a:blip>
          <a:stretch>
            <a:fillRect/>
          </a:stretch>
        </p:blipFill>
        <p:spPr>
          <a:xfrm>
            <a:off x="9447021" y="5298724"/>
            <a:ext cx="2257273" cy="421107"/>
          </a:xfrm>
          <a:prstGeom prst="rect">
            <a:avLst/>
          </a:prstGeom>
        </p:spPr>
      </p:pic>
      <p:pic>
        <p:nvPicPr>
          <p:cNvPr id="6" name="Picture 5">
            <a:extLst>
              <a:ext uri="{FF2B5EF4-FFF2-40B4-BE49-F238E27FC236}">
                <a16:creationId xmlns:a16="http://schemas.microsoft.com/office/drawing/2014/main" id="{4A5D240E-F985-54F9-937A-598D1A1D4061}"/>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9447021" y="5298724"/>
            <a:ext cx="2257273" cy="421107"/>
          </a:xfrm>
          <a:prstGeom prst="rect">
            <a:avLst/>
          </a:prstGeom>
        </p:spPr>
      </p:pic>
    </p:spTree>
    <p:extLst>
      <p:ext uri="{BB962C8B-B14F-4D97-AF65-F5344CB8AC3E}">
        <p14:creationId xmlns:p14="http://schemas.microsoft.com/office/powerpoint/2010/main" val="2176702280"/>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 Id="rId16" Type="http://schemas.openxmlformats.org/officeDocument/2006/relationships/image" Target="../media/image2.svg"/><Relationship Id="rId17" Type="http://schemas.openxmlformats.org/officeDocument/2006/relationships/image" Target="../media/image3.png"/><Relationship Id="rId18" Type="http://schemas.openxmlformats.org/officeDocument/2006/relationships/image" Target="../media/image4.svg"/><Relationship Id="rId19" Type="http://schemas.openxmlformats.org/officeDocument/2006/relationships/image" Target="../media/image5.png"/><Relationship Id="rId20" Type="http://schemas.openxmlformats.org/officeDocument/2006/relationships/image" Target="../media/image6.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72189" y="0"/>
            <a:ext cx="11453628" cy="1143000"/>
          </a:xfrm>
          <a:prstGeom prst="rect">
            <a:avLst/>
          </a:prstGeom>
        </p:spPr>
        <p:txBody>
          <a:bodyPr vert="horz" lIns="73152" tIns="45720" rIns="91440" bIns="45720" rtlCol="0" anchor="b" anchorCtr="0">
            <a:noAutofit/>
          </a:bodyPr>
          <a:lstStyle/>
          <a:p>
            <a:r>
              <a:rPr lang="en-US" dirty="0"/>
              <a:t>Click to edit Master title</a:t>
            </a:r>
          </a:p>
        </p:txBody>
      </p:sp>
      <p:sp>
        <p:nvSpPr>
          <p:cNvPr id="3" name="Text Placeholder 2"/>
          <p:cNvSpPr>
            <a:spLocks noGrp="1"/>
          </p:cNvSpPr>
          <p:nvPr>
            <p:ph type="body" idx="1"/>
          </p:nvPr>
        </p:nvSpPr>
        <p:spPr>
          <a:xfrm>
            <a:off x="372189" y="2622003"/>
            <a:ext cx="11453628" cy="3554960"/>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6" name="Graphic 15">
            <a:extLst>
              <a:ext uri="{FF2B5EF4-FFF2-40B4-BE49-F238E27FC236}">
                <a16:creationId xmlns:a16="http://schemas.microsoft.com/office/drawing/2014/main" id="{84648D25-2907-76E6-F373-A073DDE56335}"/>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475782" y="6658064"/>
            <a:ext cx="1670904" cy="103257"/>
          </a:xfrm>
          <a:prstGeom prst="rect">
            <a:avLst/>
          </a:prstGeom>
        </p:spPr>
      </p:pic>
      <p:pic>
        <p:nvPicPr>
          <p:cNvPr id="19" name="Graphic 18">
            <a:extLst>
              <a:ext uri="{FF2B5EF4-FFF2-40B4-BE49-F238E27FC236}">
                <a16:creationId xmlns:a16="http://schemas.microsoft.com/office/drawing/2014/main" id="{42CD8742-78CC-2836-6668-C8A0EBEE414A}"/>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475782" y="6658064"/>
            <a:ext cx="1670904" cy="103257"/>
          </a:xfrm>
          <a:prstGeom prst="rect">
            <a:avLst/>
          </a:prstGeom>
        </p:spPr>
      </p:pic>
      <p:sp>
        <p:nvSpPr>
          <p:cNvPr id="25" name="Rectangle 24">
            <a:extLst>
              <a:ext uri="{FF2B5EF4-FFF2-40B4-BE49-F238E27FC236}">
                <a16:creationId xmlns:a16="http://schemas.microsoft.com/office/drawing/2014/main" id="{53AE01DE-90C4-B404-F28D-321ADD0553A0}"/>
              </a:ext>
            </a:extLst>
          </p:cNvPr>
          <p:cNvSpPr/>
          <p:nvPr/>
        </p:nvSpPr>
        <p:spPr>
          <a:xfrm>
            <a:off x="1" y="6554538"/>
            <a:ext cx="12192000" cy="304800"/>
          </a:xfrm>
          <a:prstGeom prst="rect">
            <a:avLst/>
          </a:prstGeom>
          <a:gradFill>
            <a:gsLst>
              <a:gs pos="23000">
                <a:srgbClr val="38175A"/>
              </a:gs>
              <a:gs pos="48000">
                <a:srgbClr val="4E2A84"/>
              </a:gs>
            </a:gsLst>
            <a:lin ang="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pic>
        <p:nvPicPr>
          <p:cNvPr id="26" name="Graphic 25">
            <a:extLst>
              <a:ext uri="{FF2B5EF4-FFF2-40B4-BE49-F238E27FC236}">
                <a16:creationId xmlns:a16="http://schemas.microsoft.com/office/drawing/2014/main" id="{D11852D9-AE8A-AFEA-DCDC-96EF7854D9F4}"/>
              </a:ext>
            </a:extLst>
          </p:cNvPr>
          <p:cNvPicPr>
            <a:picLocks noChangeAspect="1"/>
          </p:cNvPicPr>
          <p:nvPr/>
        </p:nvPicPr>
        <p:blipFill rotWithShape="1">
          <a:blip r:embed="rId17">
            <a:extLst>
              <a:ext uri="{96DAC541-7B7A-43D3-8B79-37D633B846F1}">
                <asvg:svgBlip xmlns:asvg="http://schemas.microsoft.com/office/drawing/2016/SVG/main" r:embed="rId18"/>
              </a:ext>
            </a:extLst>
          </a:blip>
          <a:srcRect l="28799" t="85341" b="592"/>
          <a:stretch/>
        </p:blipFill>
        <p:spPr>
          <a:xfrm>
            <a:off x="0" y="6556376"/>
            <a:ext cx="2829489" cy="301624"/>
          </a:xfrm>
          <a:prstGeom prst="rect">
            <a:avLst/>
          </a:prstGeom>
        </p:spPr>
      </p:pic>
      <p:sp>
        <p:nvSpPr>
          <p:cNvPr id="27" name="Footer Placeholder 2">
            <a:extLst>
              <a:ext uri="{FF2B5EF4-FFF2-40B4-BE49-F238E27FC236}">
                <a16:creationId xmlns:a16="http://schemas.microsoft.com/office/drawing/2014/main" id="{99B5B88B-F3FF-DC9B-1E8A-89B0406BE3BF}"/>
              </a:ext>
            </a:extLst>
          </p:cNvPr>
          <p:cNvSpPr txBox="1">
            <a:spLocks/>
          </p:cNvSpPr>
          <p:nvPr/>
        </p:nvSpPr>
        <p:spPr>
          <a:xfrm>
            <a:off x="4450471" y="6598308"/>
            <a:ext cx="6908800" cy="269217"/>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sz="933" baseline="0" dirty="0">
                <a:solidFill>
                  <a:schemeClr val="bg1"/>
                </a:solidFill>
                <a:latin typeface="Century Gothic" panose="020B0502020202020204" pitchFamily="34" charset="0"/>
              </a:rPr>
              <a:t>Leading the way to better care</a:t>
            </a:r>
          </a:p>
        </p:txBody>
      </p:sp>
      <p:pic>
        <p:nvPicPr>
          <p:cNvPr id="28" name="Graphic 27">
            <a:extLst>
              <a:ext uri="{FF2B5EF4-FFF2-40B4-BE49-F238E27FC236}">
                <a16:creationId xmlns:a16="http://schemas.microsoft.com/office/drawing/2014/main" id="{0A26BD3D-2CBD-1C35-7E3C-714964E9E9CF}"/>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1421645" y="6655750"/>
            <a:ext cx="97536" cy="121920"/>
          </a:xfrm>
          <a:prstGeom prst="rect">
            <a:avLst/>
          </a:prstGeom>
        </p:spPr>
      </p:pic>
      <p:pic>
        <p:nvPicPr>
          <p:cNvPr id="29" name="Graphic 28">
            <a:extLst>
              <a:ext uri="{FF2B5EF4-FFF2-40B4-BE49-F238E27FC236}">
                <a16:creationId xmlns:a16="http://schemas.microsoft.com/office/drawing/2014/main" id="{552565F4-9FD9-E8B3-4A03-9AAD30B932D7}"/>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19719" y="6659402"/>
            <a:ext cx="1670904" cy="103257"/>
          </a:xfrm>
          <a:prstGeom prst="rect">
            <a:avLst/>
          </a:prstGeom>
        </p:spPr>
      </p:pic>
      <p:sp>
        <p:nvSpPr>
          <p:cNvPr id="4" name="Rectangle 3">
            <a:extLst>
              <a:ext uri="{FF2B5EF4-FFF2-40B4-BE49-F238E27FC236}">
                <a16:creationId xmlns:a16="http://schemas.microsoft.com/office/drawing/2014/main" id="{648F7278-2615-2054-B90E-2AA753C02FCC}"/>
              </a:ext>
            </a:extLst>
          </p:cNvPr>
          <p:cNvSpPr/>
          <p:nvPr/>
        </p:nvSpPr>
        <p:spPr>
          <a:xfrm>
            <a:off x="1" y="6554538"/>
            <a:ext cx="12192000" cy="304800"/>
          </a:xfrm>
          <a:prstGeom prst="rect">
            <a:avLst/>
          </a:prstGeom>
          <a:gradFill>
            <a:gsLst>
              <a:gs pos="23000">
                <a:srgbClr val="38175A"/>
              </a:gs>
              <a:gs pos="48000">
                <a:srgbClr val="4E2A84"/>
              </a:gs>
            </a:gsLst>
            <a:lin ang="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pic>
        <p:nvPicPr>
          <p:cNvPr id="5" name="Graphic 4">
            <a:extLst>
              <a:ext uri="{FF2B5EF4-FFF2-40B4-BE49-F238E27FC236}">
                <a16:creationId xmlns:a16="http://schemas.microsoft.com/office/drawing/2014/main" id="{8CFCDD35-1AC9-108E-C18C-ECE15875388E}"/>
              </a:ext>
            </a:extLst>
          </p:cNvPr>
          <p:cNvPicPr>
            <a:picLocks noChangeAspect="1"/>
          </p:cNvPicPr>
          <p:nvPr/>
        </p:nvPicPr>
        <p:blipFill rotWithShape="1">
          <a:blip r:embed="rId17">
            <a:extLst>
              <a:ext uri="{96DAC541-7B7A-43D3-8B79-37D633B846F1}">
                <asvg:svgBlip xmlns:asvg="http://schemas.microsoft.com/office/drawing/2016/SVG/main" r:embed="rId18"/>
              </a:ext>
            </a:extLst>
          </a:blip>
          <a:srcRect l="28799" t="85341" b="592"/>
          <a:stretch/>
        </p:blipFill>
        <p:spPr>
          <a:xfrm>
            <a:off x="0" y="6556376"/>
            <a:ext cx="2829489" cy="301624"/>
          </a:xfrm>
          <a:prstGeom prst="rect">
            <a:avLst/>
          </a:prstGeom>
        </p:spPr>
      </p:pic>
      <p:sp>
        <p:nvSpPr>
          <p:cNvPr id="6" name="Footer Placeholder 2">
            <a:extLst>
              <a:ext uri="{FF2B5EF4-FFF2-40B4-BE49-F238E27FC236}">
                <a16:creationId xmlns:a16="http://schemas.microsoft.com/office/drawing/2014/main" id="{630B59BD-9A7D-4D29-8E54-E1CD14439CCC}"/>
              </a:ext>
            </a:extLst>
          </p:cNvPr>
          <p:cNvSpPr txBox="1">
            <a:spLocks/>
          </p:cNvSpPr>
          <p:nvPr/>
        </p:nvSpPr>
        <p:spPr>
          <a:xfrm>
            <a:off x="4450471" y="6598308"/>
            <a:ext cx="6908800" cy="269217"/>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sz="933" baseline="0" dirty="0">
                <a:solidFill>
                  <a:schemeClr val="bg1"/>
                </a:solidFill>
                <a:latin typeface="Century Gothic" panose="020B0502020202020204" pitchFamily="34" charset="0"/>
              </a:rPr>
              <a:t>Leading the way to better care</a:t>
            </a:r>
          </a:p>
        </p:txBody>
      </p:sp>
      <p:pic>
        <p:nvPicPr>
          <p:cNvPr id="7" name="Graphic 6">
            <a:extLst>
              <a:ext uri="{FF2B5EF4-FFF2-40B4-BE49-F238E27FC236}">
                <a16:creationId xmlns:a16="http://schemas.microsoft.com/office/drawing/2014/main" id="{E869D689-0909-8B4E-CECC-CF149412BE2E}"/>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1421645" y="6655750"/>
            <a:ext cx="97536" cy="121920"/>
          </a:xfrm>
          <a:prstGeom prst="rect">
            <a:avLst/>
          </a:prstGeom>
        </p:spPr>
      </p:pic>
      <p:pic>
        <p:nvPicPr>
          <p:cNvPr id="8" name="Graphic 7">
            <a:extLst>
              <a:ext uri="{FF2B5EF4-FFF2-40B4-BE49-F238E27FC236}">
                <a16:creationId xmlns:a16="http://schemas.microsoft.com/office/drawing/2014/main" id="{9B9F16B1-46AC-A97A-60FF-87C85E6C914F}"/>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19719" y="6659402"/>
            <a:ext cx="1670904" cy="103257"/>
          </a:xfrm>
          <a:prstGeom prst="rect">
            <a:avLst/>
          </a:prstGeom>
        </p:spPr>
      </p:pic>
      <p:sp>
        <p:nvSpPr>
          <p:cNvPr id="9" name="Rectangle 8">
            <a:extLst>
              <a:ext uri="{FF2B5EF4-FFF2-40B4-BE49-F238E27FC236}">
                <a16:creationId xmlns:a16="http://schemas.microsoft.com/office/drawing/2014/main" id="{3AC5A1B2-7E72-4BEE-F4C1-A5BAF246D0D7}"/>
              </a:ext>
            </a:extLst>
          </p:cNvPr>
          <p:cNvSpPr/>
          <p:nvPr userDrawn="1"/>
        </p:nvSpPr>
        <p:spPr>
          <a:xfrm>
            <a:off x="1" y="6554538"/>
            <a:ext cx="12192000" cy="304800"/>
          </a:xfrm>
          <a:prstGeom prst="rect">
            <a:avLst/>
          </a:prstGeom>
          <a:gradFill>
            <a:gsLst>
              <a:gs pos="23000">
                <a:srgbClr val="38175A"/>
              </a:gs>
              <a:gs pos="48000">
                <a:srgbClr val="4E2A84"/>
              </a:gs>
            </a:gsLst>
            <a:lin ang="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pic>
        <p:nvPicPr>
          <p:cNvPr id="10" name="Graphic 9">
            <a:extLst>
              <a:ext uri="{FF2B5EF4-FFF2-40B4-BE49-F238E27FC236}">
                <a16:creationId xmlns:a16="http://schemas.microsoft.com/office/drawing/2014/main" id="{9D014D1F-722A-72FE-DC46-2CE32A178B2C}"/>
              </a:ext>
            </a:extLst>
          </p:cNvPr>
          <p:cNvPicPr>
            <a:picLocks noChangeAspect="1"/>
          </p:cNvPicPr>
          <p:nvPr userDrawn="1"/>
        </p:nvPicPr>
        <p:blipFill rotWithShape="1">
          <a:blip r:embed="rId17">
            <a:extLst>
              <a:ext uri="{96DAC541-7B7A-43D3-8B79-37D633B846F1}">
                <asvg:svgBlip xmlns:asvg="http://schemas.microsoft.com/office/drawing/2016/SVG/main" r:embed="rId18"/>
              </a:ext>
            </a:extLst>
          </a:blip>
          <a:srcRect l="28799" t="85341" b="592"/>
          <a:stretch/>
        </p:blipFill>
        <p:spPr>
          <a:xfrm>
            <a:off x="0" y="6556376"/>
            <a:ext cx="2829489" cy="301624"/>
          </a:xfrm>
          <a:prstGeom prst="rect">
            <a:avLst/>
          </a:prstGeom>
        </p:spPr>
      </p:pic>
      <p:sp>
        <p:nvSpPr>
          <p:cNvPr id="11" name="Footer Placeholder 2">
            <a:extLst>
              <a:ext uri="{FF2B5EF4-FFF2-40B4-BE49-F238E27FC236}">
                <a16:creationId xmlns:a16="http://schemas.microsoft.com/office/drawing/2014/main" id="{EC3D6817-EAA2-FBC2-9FE7-68758D84F57D}"/>
              </a:ext>
            </a:extLst>
          </p:cNvPr>
          <p:cNvSpPr txBox="1">
            <a:spLocks/>
          </p:cNvSpPr>
          <p:nvPr userDrawn="1"/>
        </p:nvSpPr>
        <p:spPr>
          <a:xfrm>
            <a:off x="4450471" y="6598308"/>
            <a:ext cx="6908800" cy="269217"/>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sz="933" baseline="0" dirty="0">
                <a:solidFill>
                  <a:schemeClr val="bg1"/>
                </a:solidFill>
                <a:latin typeface="Century Gothic" panose="020B0502020202020204" pitchFamily="34" charset="0"/>
              </a:rPr>
              <a:t>Leading the way to better care</a:t>
            </a:r>
          </a:p>
        </p:txBody>
      </p:sp>
      <p:pic>
        <p:nvPicPr>
          <p:cNvPr id="12" name="Graphic 11">
            <a:extLst>
              <a:ext uri="{FF2B5EF4-FFF2-40B4-BE49-F238E27FC236}">
                <a16:creationId xmlns:a16="http://schemas.microsoft.com/office/drawing/2014/main" id="{B3BE1B18-FE9D-F957-8448-1940B46DDA8A}"/>
              </a:ext>
            </a:extLst>
          </p:cNvPr>
          <p:cNvPicPr>
            <a:picLocks noChangeAspect="1"/>
          </p:cNvPicPr>
          <p:nvPr userDrawn="1"/>
        </p:nvPicPr>
        <p:blipFill>
          <a:blip r:embed="rId19">
            <a:extLst>
              <a:ext uri="{96DAC541-7B7A-43D3-8B79-37D633B846F1}">
                <asvg:svgBlip xmlns:asvg="http://schemas.microsoft.com/office/drawing/2016/SVG/main" r:embed="rId20"/>
              </a:ext>
            </a:extLst>
          </a:blip>
          <a:stretch>
            <a:fillRect/>
          </a:stretch>
        </p:blipFill>
        <p:spPr>
          <a:xfrm>
            <a:off x="11421645" y="6655750"/>
            <a:ext cx="97536" cy="121920"/>
          </a:xfrm>
          <a:prstGeom prst="rect">
            <a:avLst/>
          </a:prstGeom>
        </p:spPr>
      </p:pic>
      <p:pic>
        <p:nvPicPr>
          <p:cNvPr id="13" name="Graphic 12">
            <a:extLst>
              <a:ext uri="{FF2B5EF4-FFF2-40B4-BE49-F238E27FC236}">
                <a16:creationId xmlns:a16="http://schemas.microsoft.com/office/drawing/2014/main" id="{247728EF-C926-D874-EFE4-FA3ECA2A8A2C}"/>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519719" y="6659402"/>
            <a:ext cx="1670904" cy="103257"/>
          </a:xfrm>
          <a:prstGeom prst="rect">
            <a:avLst/>
          </a:prstGeom>
        </p:spPr>
      </p:pic>
    </p:spTree>
    <p:extLst>
      <p:ext uri="{BB962C8B-B14F-4D97-AF65-F5344CB8AC3E}">
        <p14:creationId xmlns:p14="http://schemas.microsoft.com/office/powerpoint/2010/main" val="344943678"/>
      </p:ext>
    </p:extLst>
  </p:cSld>
  <p:clrMap bg1="dk1" tx1="lt1" bg2="dk2" tx2="lt2" accent1="accent1" accent2="accent2" accent3="accent3" accent4="accent4" accent5="accent5" accent6="accent6" hlink="hlink" folHlink="folHlink"/>
  <p:sldLayoutIdLst>
    <p:sldLayoutId id="2147483906" r:id="rId1"/>
    <p:sldLayoutId id="2147483907" r:id="rId2"/>
    <p:sldLayoutId id="2147483908" r:id="rId3"/>
    <p:sldLayoutId id="2147483909" r:id="rId4"/>
    <p:sldLayoutId id="2147483910" r:id="rId5"/>
    <p:sldLayoutId id="2147483911" r:id="rId6"/>
    <p:sldLayoutId id="2147483912" r:id="rId7"/>
    <p:sldLayoutId id="2147483913" r:id="rId8"/>
    <p:sldLayoutId id="2147483914" r:id="rId9"/>
    <p:sldLayoutId id="2147483915" r:id="rId10"/>
    <p:sldLayoutId id="2147483916" r:id="rId11"/>
    <p:sldLayoutId id="2147483917" r:id="rId12"/>
    <p:sldLayoutId id="2147483918" r:id="rId13"/>
  </p:sldLayoutIdLst>
  <p:hf hdr="0" ftr="0" dt="0"/>
  <p:txStyles>
    <p:titleStyle>
      <a:lvl1pPr algn="l" defTabSz="914377" rtl="0" eaLnBrk="1" latinLnBrk="0" hangingPunct="1">
        <a:lnSpc>
          <a:spcPct val="90000"/>
        </a:lnSpc>
        <a:spcBef>
          <a:spcPct val="0"/>
        </a:spcBef>
        <a:buNone/>
        <a:defRPr sz="3200" b="0" i="0" kern="1200" spc="0" baseline="0">
          <a:solidFill>
            <a:schemeClr val="tx2"/>
          </a:solidFill>
          <a:latin typeface="+mj-lt"/>
          <a:ea typeface="+mj-ea"/>
          <a:cs typeface="+mj-cs"/>
        </a:defRPr>
      </a:lvl1pPr>
    </p:titleStyle>
    <p:bodyStyle>
      <a:lvl1pPr marL="0" indent="0" algn="l" defTabSz="914377" rtl="0" eaLnBrk="1" latinLnBrk="0" hangingPunct="1">
        <a:lnSpc>
          <a:spcPct val="114000"/>
        </a:lnSpc>
        <a:spcBef>
          <a:spcPts val="1000"/>
        </a:spcBef>
        <a:spcAft>
          <a:spcPts val="400"/>
        </a:spcAft>
        <a:buFontTx/>
        <a:buNone/>
        <a:defRPr sz="1800" b="1" i="0" kern="1200">
          <a:solidFill>
            <a:schemeClr val="tx1"/>
          </a:solidFill>
          <a:latin typeface="+mn-lt"/>
          <a:ea typeface="+mn-ea"/>
          <a:cs typeface="+mn-cs"/>
        </a:defRPr>
      </a:lvl1pPr>
      <a:lvl2pPr marL="8466" indent="0" algn="l" defTabSz="914377" rtl="0" eaLnBrk="1" latinLnBrk="0" hangingPunct="1">
        <a:lnSpc>
          <a:spcPct val="114000"/>
        </a:lnSpc>
        <a:spcBef>
          <a:spcPts val="0"/>
        </a:spcBef>
        <a:spcAft>
          <a:spcPts val="600"/>
        </a:spcAft>
        <a:buFontTx/>
        <a:buNone/>
        <a:tabLst/>
        <a:defRPr sz="1600" b="0" i="0" kern="1200">
          <a:solidFill>
            <a:schemeClr val="tx1"/>
          </a:solidFill>
          <a:latin typeface="+mn-lt"/>
          <a:ea typeface="+mn-ea"/>
          <a:cs typeface="+mn-cs"/>
        </a:defRPr>
      </a:lvl2pPr>
      <a:lvl3pPr marL="232828" indent="-224361" algn="l" defTabSz="914377" rtl="0" eaLnBrk="1" latinLnBrk="0" hangingPunct="1">
        <a:lnSpc>
          <a:spcPct val="114000"/>
        </a:lnSpc>
        <a:spcBef>
          <a:spcPts val="0"/>
        </a:spcBef>
        <a:spcAft>
          <a:spcPts val="600"/>
        </a:spcAft>
        <a:buClr>
          <a:schemeClr val="tx2"/>
        </a:buClr>
        <a:buFont typeface="Arial" panose="020B0604020202020204" pitchFamily="34" charset="0"/>
        <a:buChar char="•"/>
        <a:tabLst/>
        <a:defRPr sz="1600" b="0" i="0" kern="1200">
          <a:solidFill>
            <a:schemeClr val="tx1"/>
          </a:solidFill>
          <a:latin typeface="+mn-lt"/>
          <a:ea typeface="+mn-ea"/>
          <a:cs typeface="+mn-cs"/>
        </a:defRPr>
      </a:lvl3pPr>
      <a:lvl4pPr marL="459306" indent="-226478" algn="l" defTabSz="914377" rtl="0" eaLnBrk="1" latinLnBrk="0" hangingPunct="1">
        <a:lnSpc>
          <a:spcPct val="114000"/>
        </a:lnSpc>
        <a:spcBef>
          <a:spcPts val="0"/>
        </a:spcBef>
        <a:spcAft>
          <a:spcPts val="600"/>
        </a:spcAft>
        <a:buClr>
          <a:schemeClr val="tx2"/>
        </a:buClr>
        <a:buFont typeface="Arial" panose="020B0604020202020204" pitchFamily="34" charset="0"/>
        <a:buChar char="•"/>
        <a:tabLst/>
        <a:defRPr sz="1600" b="0" i="0" kern="1200">
          <a:solidFill>
            <a:schemeClr val="tx1"/>
          </a:solidFill>
          <a:latin typeface="+mn-lt"/>
          <a:ea typeface="+mn-ea"/>
          <a:cs typeface="+mn-cs"/>
        </a:defRPr>
      </a:lvl4pPr>
      <a:lvl5pPr marL="694249" indent="-234945" algn="l" defTabSz="914377" rtl="0" eaLnBrk="1" latinLnBrk="0" hangingPunct="1">
        <a:lnSpc>
          <a:spcPct val="114000"/>
        </a:lnSpc>
        <a:spcBef>
          <a:spcPts val="0"/>
        </a:spcBef>
        <a:spcAft>
          <a:spcPts val="600"/>
        </a:spcAft>
        <a:buClr>
          <a:schemeClr val="tx2"/>
        </a:buClr>
        <a:buFont typeface="Arial" panose="020B0604020202020204" pitchFamily="34" charset="0"/>
        <a:buChar char="•"/>
        <a:tabLst/>
        <a:defRPr sz="1600" b="0" i="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7">
          <p15:clr>
            <a:srgbClr val="F26B43"/>
          </p15:clr>
        </p15:guide>
        <p15:guide id="18" pos="7680">
          <p15:clr>
            <a:srgbClr val="F26B43"/>
          </p15:clr>
        </p15:guide>
        <p15:guide id="19" pos="288">
          <p15:clr>
            <a:srgbClr val="F26B43"/>
          </p15:clr>
        </p15:guide>
        <p15:guide id="20" pos="7392">
          <p15:clr>
            <a:srgbClr val="F26B43"/>
          </p15:clr>
        </p15:guide>
        <p15:guide id="21" orient="horz">
          <p15:clr>
            <a:srgbClr val="F26B43"/>
          </p15:clr>
        </p15:guide>
        <p15:guide id="22" orient="horz" pos="4320">
          <p15:clr>
            <a:srgbClr val="F26B43"/>
          </p15:clr>
        </p15:guide>
        <p15:guide id="23" orient="horz" pos="172">
          <p15:clr>
            <a:srgbClr val="F26B43"/>
          </p15:clr>
        </p15:guide>
        <p15:guide id="24" orient="horz" pos="3985">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Traumatic Diaphragmatic Injury</a:t>
            </a:r>
          </a:p>
        </p:txBody>
      </p:sp>
      <p:sp>
        <p:nvSpPr>
          <p:cNvPr id="3" name="Subtitle 2"/>
          <p:cNvSpPr>
            <a:spLocks noGrp="1"/>
          </p:cNvSpPr>
          <p:nvPr>
            <p:ph type="subTitle" idx="1"/>
          </p:nvPr>
        </p:nvSpPr>
        <p:spPr/>
        <p:txBody>
          <a:bodyPr/>
          <a:lstStyle/>
          <a:p>
            <a:r>
              <a:t>Diagnosis, Operative Strategy, and Outcomes</a:t>
            </a:r>
          </a:p>
        </p:txBody>
      </p:sp>
      <p:sp>
        <p:nvSpPr>
          <p:cNvPr id="4" name="Text Placeholder 3"/>
          <p:cNvSpPr>
            <a:spLocks noGrp="1"/>
          </p:cNvSpPr>
          <p:nvPr>
            <p:ph type="body" idx="12" sz="quarter"/>
          </p:nvPr>
        </p:nvSpPr>
        <p:spPr/>
        <p:txBody>
          <a:bodyPr/>
          <a:lstStyle/>
          <a:p>
            <a:r>
              <a:t>February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Learning Objectives</a:t>
            </a:r>
          </a:p>
        </p:txBody>
      </p:sp>
      <p:sp>
        <p:nvSpPr>
          <p:cNvPr id="3" name="Content Placeholder 2"/>
          <p:cNvSpPr>
            <a:spLocks noGrp="1"/>
          </p:cNvSpPr>
          <p:nvPr>
            <p:ph idx="1"/>
          </p:nvPr>
        </p:nvSpPr>
        <p:spPr/>
        <p:txBody>
          <a:bodyPr/>
          <a:lstStyle/>
          <a:p>
            <a:pPr lvl="2"/>
            <a:r>
              <a:t>Describe the epidemiology and mechanisms of traumatic diaphragmatic injury</a:t>
            </a:r>
          </a:p>
          <a:p>
            <a:pPr lvl="2"/>
            <a:r>
              <a:t>Recognize acute and delayed clinical presentations</a:t>
            </a:r>
          </a:p>
          <a:p>
            <a:pPr lvl="2"/>
            <a:r>
              <a:t>Apply an evidence-based imaging and diagnostic algorithm</a:t>
            </a:r>
          </a:p>
          <a:p>
            <a:pPr lvl="2"/>
            <a:r>
              <a:t>Select appropriate operative approach and technique for repair</a:t>
            </a:r>
          </a:p>
          <a:p>
            <a:pPr lvl="2"/>
            <a:r>
              <a:t>Counsel patients regarding expected outcomes and complications</a:t>
            </a:r>
          </a:p>
        </p:txBody>
      </p:sp>
      <p:sp>
        <p:nvSpPr>
          <p:cNvPr id="4" name="Text Placeholder 3"/>
          <p:cNvSpPr>
            <a:spLocks noGrp="1"/>
          </p:cNvSpPr>
          <p:nvPr>
            <p:ph type="body" idx="13" sz="quarter"/>
          </p:nvPr>
        </p:nvSpPr>
        <p:spPr/>
        <p:txBody>
          <a:bodyPr/>
          <a:lstStyle/>
          <a:p>
            <a:r>
              <a:t>After this presentation, attendees will be able to: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Epidemiology &amp; Background</a:t>
            </a:r>
          </a:p>
        </p:txBody>
      </p:sp>
      <p:sp>
        <p:nvSpPr>
          <p:cNvPr id="3" name="Subtitle 2"/>
          <p:cNvSpPr>
            <a:spLocks noGrp="1"/>
          </p:cNvSpPr>
          <p:nvPr>
            <p:ph type="subTitle" idx="1"/>
          </p:nvPr>
        </p:nvSpPr>
        <p:spPr/>
        <p:txBody>
          <a:bodyPr/>
          <a:lstStyle/>
          <a:p>
            <a:r>
              <a:t>Understanding the incidence, laterality, and associated injuries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Epidemiology of Diaphragmatic Injury</a:t>
            </a:r>
          </a:p>
        </p:txBody>
      </p:sp>
      <p:sp>
        <p:nvSpPr>
          <p:cNvPr id="3" name="Content Placeholder 2"/>
          <p:cNvSpPr>
            <a:spLocks noGrp="1"/>
          </p:cNvSpPr>
          <p:nvPr>
            <p:ph idx="1"/>
          </p:nvPr>
        </p:nvSpPr>
        <p:spPr/>
        <p:txBody>
          <a:bodyPr/>
          <a:lstStyle/>
          <a:p>
            <a:pPr/>
            <a:r>
              <a:rPr b="1"/>
              <a:t>Incidence &amp; Laterality</a:t>
            </a:r>
          </a:p>
          <a:p>
            <a:pPr lvl="2"/>
            <a:r>
              <a:t>Occurs in 0.8–7% of major trauma patients</a:t>
            </a:r>
          </a:p>
          <a:p>
            <a:pPr lvl="2"/>
            <a:r>
              <a:t>Left-sided predominance: 70–75% of cases (right hemidiaphragm protected by liver)</a:t>
            </a:r>
          </a:p>
          <a:p>
            <a:pPr lvl="2"/>
            <a:r>
              <a:t>Bilateral injury: ~5%, carries highest mortality</a:t>
            </a:r>
          </a:p>
          <a:p>
            <a:pPr/>
            <a:r>
              <a:rPr b="1"/>
              <a:t>Mechanism Distribution</a:t>
            </a:r>
          </a:p>
          <a:p>
            <a:pPr lvl="2"/>
            <a:r>
              <a:t>Blunt trauma: ~75% — motor vehicle collisions account for majority</a:t>
            </a:r>
          </a:p>
          <a:p>
            <a:pPr lvl="2"/>
            <a:r>
              <a:t>Penetrating trauma: ~25% — stab wounds, gunshot wounds</a:t>
            </a:r>
          </a:p>
          <a:p>
            <a:pPr/>
            <a:r>
              <a:rPr b="1"/>
              <a:t>Associated Injuries</a:t>
            </a:r>
          </a:p>
          <a:p>
            <a:pPr lvl="2"/>
            <a:r>
              <a:t>Concurrent injuries present in &gt;90% of cases: rib fractures, splenic/hepatic lacerations, pelvic fractures</a:t>
            </a:r>
          </a:p>
          <a:p>
            <a:pPr lvl="2"/>
            <a:r>
              <a:t>Associated thoracic injury (hemothorax, pneumothorax) in 40–60%</a:t>
            </a:r>
          </a:p>
          <a:p>
            <a:pPr lvl="2"/>
            <a:r>
              <a:t>Mortality: 15–40% in acute setting, driven largely by associated injuries</a:t>
            </a:r>
          </a:p>
        </p:txBody>
      </p:sp>
      <p:sp>
        <p:nvSpPr>
          <p:cNvPr id="4" name="Text Placeholder 3"/>
          <p:cNvSpPr>
            <a:spLocks noGrp="1"/>
          </p:cNvSpPr>
          <p:nvPr>
            <p:ph type="body" idx="13" sz="quarter"/>
          </p:nvPr>
        </p:nvSpPr>
        <p:spPr/>
        <p:txBody>
          <a:bodyPr/>
          <a:lstStyle/>
          <a:p>
            <a:r>
              <a:t>Rare but life-threatening — 0.8–7% of all trauma admissions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Diaphragm Anatomy &amp; Functional Relevance</a:t>
            </a:r>
          </a:p>
        </p:txBody>
      </p:sp>
      <p:sp>
        <p:nvSpPr>
          <p:cNvPr id="3" name="Content Placeholder 2"/>
          <p:cNvSpPr>
            <a:spLocks noGrp="1"/>
          </p:cNvSpPr>
          <p:nvPr>
            <p:ph idx="1"/>
          </p:nvPr>
        </p:nvSpPr>
        <p:spPr/>
        <p:txBody>
          <a:bodyPr/>
          <a:lstStyle/>
          <a:p>
            <a:pPr/>
            <a:r>
              <a:rPr b="1"/>
              <a:t>Structural Anatomy</a:t>
            </a:r>
          </a:p>
          <a:p>
            <a:pPr lvl="2"/>
            <a:r>
              <a:t>Dome-shaped musculotendinous partition separating thorax from abdomen</a:t>
            </a:r>
          </a:p>
          <a:p>
            <a:pPr lvl="2"/>
            <a:r>
              <a:t>Central tendon (aponeurotic) — injury here requires patch repair</a:t>
            </a:r>
          </a:p>
          <a:p>
            <a:pPr lvl="2"/>
            <a:r>
              <a:t>Muscular periphery arises from ribs 7–12, sternum, and lumbar vertebrae</a:t>
            </a:r>
          </a:p>
          <a:p>
            <a:pPr lvl="2"/>
            <a:r>
              <a:t>Major openings: caval (T8), esophageal (T10), aortic (T12)</a:t>
            </a:r>
          </a:p>
          <a:p>
            <a:pPr lvl="2"/>
            <a:r>
              <a:t>Innervation: phrenic nerve (C3–C5) — bilateral phrenic injury is fatal without ventilatory support</a:t>
            </a:r>
          </a:p>
        </p:txBody>
      </p:sp>
      <p:sp>
        <p:nvSpPr>
          <p:cNvPr id="4" name="Text Placeholder 3"/>
          <p:cNvSpPr>
            <a:spLocks noGrp="1"/>
          </p:cNvSpPr>
          <p:nvPr>
            <p:ph type="body" idx="13" sz="quarter"/>
          </p:nvPr>
        </p:nvSpPr>
        <p:spPr/>
        <p:txBody>
          <a:bodyPr/>
          <a:lstStyle/>
          <a:p>
            <a:r>
              <a:t>Structural knowledge guides operative repair</a:t>
            </a:r>
          </a:p>
        </p:txBody>
      </p:sp>
      <p:sp>
        <p:nvSpPr>
          <p:cNvPr id="5" name="Content Placeholder 4"/>
          <p:cNvSpPr>
            <a:spLocks noGrp="1"/>
          </p:cNvSpPr>
          <p:nvPr>
            <p:ph idx="14"/>
          </p:nvPr>
        </p:nvSpPr>
        <p:spPr/>
        <p:txBody>
          <a:bodyPr/>
          <a:lstStyle/>
          <a:p>
            <a:pPr/>
            <a:r>
              <a:rPr b="1"/>
              <a:t>Vulnerability Points</a:t>
            </a:r>
          </a:p>
          <a:p>
            <a:pPr lvl="2"/>
            <a:r>
              <a:t>Posterolateral regions (pleuroperitoneal canals) — most common tear sites</a:t>
            </a:r>
          </a:p>
          <a:p>
            <a:pPr lvl="2"/>
            <a:r>
              <a:t>Left side: no protective organ, easier herniation of bowel/stomach/spleen</a:t>
            </a:r>
          </a:p>
          <a:p>
            <a:pPr lvl="2"/>
            <a:r>
              <a:t>Right side: liver cushions but delays diagnosis; larger defect needed to herniate</a:t>
            </a:r>
          </a:p>
          <a:p>
            <a:pPr/>
            <a:r>
              <a:rPr b="1"/>
              <a:t>Physiological Consequences</a:t>
            </a:r>
          </a:p>
          <a:p>
            <a:pPr lvl="2"/>
            <a:r>
              <a:t>Loss of pressure gradient → paradoxical ventilation, mediastinal shift</a:t>
            </a:r>
          </a:p>
          <a:p>
            <a:pPr lvl="2"/>
            <a:r>
              <a:t>Visceral herniation → incarceration and strangulation risk</a:t>
            </a:r>
          </a:p>
          <a:p>
            <a:pPr lvl="2"/>
            <a:r>
              <a:t>Impaired respiratory mechanics → hypoxia, hypercarbia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Mechanisms of Traumatic Diaphragmatic Injury</a:t>
            </a:r>
          </a:p>
        </p:txBody>
      </p:sp>
      <p:sp>
        <p:nvSpPr>
          <p:cNvPr id="3" name="Content Placeholder 2"/>
          <p:cNvSpPr>
            <a:spLocks noGrp="1"/>
          </p:cNvSpPr>
          <p:nvPr>
            <p:ph idx="1"/>
          </p:nvPr>
        </p:nvSpPr>
        <p:spPr/>
        <p:txBody>
          <a:bodyPr/>
          <a:lstStyle/>
          <a:p>
            <a:pPr/>
            <a:r>
              <a:rPr b="1"/>
              <a:t>Blunt Trauma</a:t>
            </a:r>
          </a:p>
          <a:p>
            <a:pPr lvl="2"/>
            <a:r>
              <a:t>Sudden rise in intra-abdominal pressure transmitted across the diaphragm</a:t>
            </a:r>
          </a:p>
          <a:p>
            <a:pPr lvl="2"/>
            <a:r>
              <a:t>Typical injuries: radial tears from central tendon, large ragged defects (3–10 cm)</a:t>
            </a:r>
          </a:p>
          <a:p>
            <a:pPr lvl="2"/>
            <a:r>
              <a:t>MVA: most common; deceleration forces act on posterolateral diaphragm</a:t>
            </a:r>
          </a:p>
          <a:p>
            <a:pPr lvl="2"/>
            <a:r>
              <a:t>Falls from height, crush injuries, blast injuries</a:t>
            </a:r>
          </a:p>
          <a:p>
            <a:pPr/>
            <a:r>
              <a:rPr b="1"/>
              <a:t>Penetrating Trauma</a:t>
            </a:r>
          </a:p>
          <a:p>
            <a:pPr lvl="2"/>
            <a:r>
              <a:t>Direct laceration: typically small puncture wounds (1–3 cm)</a:t>
            </a:r>
          </a:p>
          <a:p>
            <a:pPr lvl="2"/>
            <a:r>
              <a:t>Stab wounds to lower chest (below nipple line anteriorly, tip of scapula posteriorly)</a:t>
            </a:r>
          </a:p>
          <a:p>
            <a:pPr lvl="2"/>
            <a:r>
              <a:t>Gunshot wounds: can cause large, irregular defects with blast effect</a:t>
            </a:r>
          </a:p>
          <a:p>
            <a:pPr/>
            <a:r>
              <a:rPr b="1"/>
              <a:t>AAST Grading (Organ Injury Scale)</a:t>
            </a:r>
          </a:p>
          <a:p>
            <a:pPr lvl="2"/>
            <a:r>
              <a:t>Grade I: contusion; Grade II: laceration &lt;2 cm; Grade III: 2–10 cm; Grade IV: &gt;10 cm; Grade V: bilateral/complete avulsion</a:t>
            </a:r>
          </a:p>
        </p:txBody>
      </p:sp>
      <p:sp>
        <p:nvSpPr>
          <p:cNvPr id="4" name="Text Placeholder 3"/>
          <p:cNvSpPr>
            <a:spLocks noGrp="1"/>
          </p:cNvSpPr>
          <p:nvPr>
            <p:ph type="body" idx="13" sz="quarter"/>
          </p:nvPr>
        </p:nvSpPr>
        <p:spPr/>
        <p:txBody>
          <a:bodyPr/>
          <a:lstStyle/>
          <a:p>
            <a:r>
              <a:t>Understanding mechanism informs injury pattern and repair complexity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Diagnosis</a:t>
            </a:r>
          </a:p>
        </p:txBody>
      </p:sp>
      <p:sp>
        <p:nvSpPr>
          <p:cNvPr id="3" name="Subtitle 2"/>
          <p:cNvSpPr>
            <a:spLocks noGrp="1"/>
          </p:cNvSpPr>
          <p:nvPr>
            <p:ph type="subTitle" idx="1"/>
          </p:nvPr>
        </p:nvSpPr>
        <p:spPr/>
        <p:txBody>
          <a:bodyPr/>
          <a:lstStyle/>
          <a:p>
            <a:r>
              <a:t>Clinical presentation, imaging, and diagnostic pitfalls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Clinical Presentation: Acute vs. Delayed</a:t>
            </a:r>
          </a:p>
        </p:txBody>
      </p:sp>
      <p:sp>
        <p:nvSpPr>
          <p:cNvPr id="3" name="Content Placeholder 2"/>
          <p:cNvSpPr>
            <a:spLocks noGrp="1"/>
          </p:cNvSpPr>
          <p:nvPr>
            <p:ph idx="1"/>
          </p:nvPr>
        </p:nvSpPr>
        <p:spPr/>
        <p:txBody>
          <a:bodyPr/>
          <a:lstStyle/>
          <a:p>
            <a:pPr/>
            <a:r>
              <a:rPr b="1"/>
              <a:t>Acute Phase (within 24–72 h)</a:t>
            </a:r>
          </a:p>
          <a:p>
            <a:pPr lvl="2"/>
            <a:r>
              <a:t>Often masked by concomitant injuries and hemodynamic instability</a:t>
            </a:r>
          </a:p>
          <a:p>
            <a:pPr lvl="2"/>
            <a:r>
              <a:t>Dyspnea, ipsilateral decreased breath sounds</a:t>
            </a:r>
          </a:p>
          <a:p>
            <a:pPr lvl="2"/>
            <a:r>
              <a:t>Bowel sounds auscultated in chest</a:t>
            </a:r>
          </a:p>
          <a:p>
            <a:pPr lvl="2"/>
            <a:r>
              <a:t>Chest pain radiating to ipsilateral shoulder (phrenic irritation)</a:t>
            </a:r>
          </a:p>
          <a:p>
            <a:pPr lvl="2"/>
            <a:r>
              <a:t>Signs of tension viscerothorax: tracheal deviation, hemodynamic collapse</a:t>
            </a:r>
          </a:p>
        </p:txBody>
      </p:sp>
      <p:sp>
        <p:nvSpPr>
          <p:cNvPr id="4" name="Text Placeholder 3"/>
          <p:cNvSpPr>
            <a:spLocks noGrp="1"/>
          </p:cNvSpPr>
          <p:nvPr>
            <p:ph type="body" idx="13" sz="quarter"/>
          </p:nvPr>
        </p:nvSpPr>
        <p:spPr/>
        <p:txBody>
          <a:bodyPr/>
          <a:lstStyle/>
          <a:p>
            <a:r>
              <a:t>Missed in up to 66% of cases on initial evaluation</a:t>
            </a:r>
          </a:p>
        </p:txBody>
      </p:sp>
      <p:sp>
        <p:nvSpPr>
          <p:cNvPr id="5" name="Content Placeholder 4"/>
          <p:cNvSpPr>
            <a:spLocks noGrp="1"/>
          </p:cNvSpPr>
          <p:nvPr>
            <p:ph idx="14"/>
          </p:nvPr>
        </p:nvSpPr>
        <p:spPr/>
        <p:txBody>
          <a:bodyPr/>
          <a:lstStyle/>
          <a:p>
            <a:pPr/>
            <a:r>
              <a:rPr b="1"/>
              <a:t>Delayed / Chronic Phase (weeks to years)</a:t>
            </a:r>
          </a:p>
          <a:p>
            <a:pPr lvl="2"/>
            <a:r>
              <a:t>Progressive visceral herniation after initial small defect enlarges</a:t>
            </a:r>
          </a:p>
          <a:p>
            <a:pPr lvl="2"/>
            <a:r>
              <a:t>Intermittent colicky abdominal pain, nausea, vomiting</a:t>
            </a:r>
          </a:p>
          <a:p>
            <a:pPr lvl="2"/>
            <a:r>
              <a:t>Symptoms of bowel obstruction or incarceration</a:t>
            </a:r>
          </a:p>
          <a:p>
            <a:pPr lvl="2"/>
            <a:r>
              <a:t>Respiratory compromise from mass effect</a:t>
            </a:r>
          </a:p>
          <a:p>
            <a:pPr lvl="2"/>
            <a:r>
              <a:t>Strangulation → peritonitis, septic shock</a:t>
            </a:r>
          </a:p>
          <a:p>
            <a:pPr/>
            <a:r>
              <a:rPr b="1"/>
              <a:t>Key Risk Factor</a:t>
            </a:r>
          </a:p>
          <a:p>
            <a:pPr lvl="2"/>
            <a:r>
              <a:t>Positive pressure ventilation in ICU may temporarily prevent herniation, leading to missed acute diagnosis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Diagnostic Workup and Imaging Strategy</a:t>
            </a:r>
          </a:p>
        </p:txBody>
      </p:sp>
      <p:sp>
        <p:nvSpPr>
          <p:cNvPr id="3" name="Content Placeholder 2"/>
          <p:cNvSpPr>
            <a:spLocks noGrp="1"/>
          </p:cNvSpPr>
          <p:nvPr>
            <p:ph idx="1"/>
          </p:nvPr>
        </p:nvSpPr>
        <p:spPr/>
        <p:txBody>
          <a:bodyPr/>
          <a:lstStyle/>
          <a:p>
            <a:pPr/>
            <a:r>
              <a:rPr b="1"/>
              <a:t>Chest X-Ray</a:t>
            </a:r>
          </a:p>
          <a:p>
            <a:pPr lvl="2"/>
            <a:r>
              <a:t>Sensitivity 27–60%; widely used as initial screen</a:t>
            </a:r>
          </a:p>
          <a:p>
            <a:pPr lvl="2"/>
            <a:r>
              <a:t>Findings: elevated hemidiaphragm, intrathoracic bowel/stomach gas, nasogastric tube coiling in chest</a:t>
            </a:r>
          </a:p>
          <a:p>
            <a:pPr/>
            <a:r>
              <a:rPr b="1"/>
              <a:t>CT Chest/Abdomen/Pelvis (Sensitivity 70–90%)</a:t>
            </a:r>
          </a:p>
          <a:p>
            <a:pPr lvl="2"/>
            <a:r>
              <a:t>Gold standard in stable patients; multiplanar reconstruction improves accuracy to &gt;95%</a:t>
            </a:r>
          </a:p>
          <a:p>
            <a:pPr lvl="2"/>
            <a:r>
              <a:t>Collar sign: constriction of herniated organ at diaphragm defect</a:t>
            </a:r>
          </a:p>
          <a:p>
            <a:pPr lvl="2"/>
            <a:r>
              <a:t>Dependent viscera sign: abdominal organ directly contacting posterior ribs</a:t>
            </a:r>
          </a:p>
          <a:p>
            <a:pPr lvl="2"/>
            <a:r>
              <a:t>Diaphragm discontinuity / "dangling diaphragm" sign</a:t>
            </a:r>
          </a:p>
          <a:p>
            <a:pPr/>
            <a:r>
              <a:rPr b="1"/>
              <a:t>MRI</a:t>
            </a:r>
          </a:p>
          <a:p>
            <a:pPr lvl="2"/>
            <a:r>
              <a:t>Excellent for subacute/chronic injury; delineates defect anatomy for operative planning</a:t>
            </a:r>
          </a:p>
          <a:p>
            <a:pPr lvl="2"/>
            <a:r>
              <a:t>Sensitivity 90–100% for complete tears; limited availability in acute trauma</a:t>
            </a:r>
          </a:p>
          <a:p>
            <a:pPr/>
            <a:r>
              <a:rPr b="1"/>
              <a:t>Diagnostic Laparoscopy / Thoracoscopy</a:t>
            </a:r>
          </a:p>
          <a:p>
            <a:pPr lvl="2"/>
            <a:r>
              <a:t>Sensitivity ~100%; indicated when imaging is equivocal in hemodynamically stable patients</a:t>
            </a:r>
          </a:p>
          <a:p>
            <a:pPr lvl="2"/>
            <a:r>
              <a:t>Preferred for penetrating left thoracoabdominal injuries (occult injury rate 7–24%)</a:t>
            </a:r>
          </a:p>
        </p:txBody>
      </p:sp>
      <p:sp>
        <p:nvSpPr>
          <p:cNvPr id="4" name="Text Placeholder 3"/>
          <p:cNvSpPr>
            <a:spLocks noGrp="1"/>
          </p:cNvSpPr>
          <p:nvPr>
            <p:ph type="body" idx="13" sz="quarter"/>
          </p:nvPr>
        </p:nvSpPr>
        <p:spPr/>
        <p:txBody>
          <a:bodyPr/>
          <a:lstStyle/>
          <a:p>
            <a:r>
              <a:t>CT chest/abdomen/pelvis is the investigation of choice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CT Imaging Findings</a:t>
            </a:r>
          </a:p>
        </p:txBody>
      </p:sp>
      <p:sp>
        <p:nvSpPr>
          <p:cNvPr id="3" name="Content Placeholder 2"/>
          <p:cNvSpPr>
            <a:spLocks noGrp="1"/>
          </p:cNvSpPr>
          <p:nvPr>
            <p:ph idx="1"/>
          </p:nvPr>
        </p:nvSpPr>
        <p:spPr/>
        <p:txBody>
          <a:bodyPr/>
          <a:lstStyle/>
          <a:p>
            <a:pPr/>
            <a:r>
              <a:rPr b="1"/>
              <a:t>Direct Signs</a:t>
            </a:r>
          </a:p>
          <a:p>
            <a:pPr lvl="2"/>
            <a:r>
              <a:t>Diaphragm discontinuity: gap or defect in the diaphragmatic stripe on axial/coronal imaging</a:t>
            </a:r>
          </a:p>
          <a:p>
            <a:pPr lvl="2"/>
            <a:r>
              <a:t>Intrathoracic herniation of abdominal contents (stomach, colon, small bowel, omentum, spleen)</a:t>
            </a:r>
          </a:p>
          <a:p>
            <a:pPr lvl="2"/>
            <a:r>
              <a:t>Thickened, irregular, or absent diaphragmatic contour</a:t>
            </a:r>
          </a:p>
          <a:p>
            <a:pPr/>
            <a:r>
              <a:rPr b="1"/>
              <a:t>Indirect / Pathognomonic Signs</a:t>
            </a:r>
          </a:p>
          <a:p>
            <a:pPr lvl="2"/>
            <a:r>
              <a:t>Collar sign: waist-like constriction of herniated viscus at the defect site</a:t>
            </a:r>
          </a:p>
          <a:p>
            <a:pPr lvl="2"/>
            <a:r>
              <a:t>Dependent viscera sign: bowel/stomach resting against posterior chest wall without intervening lung</a:t>
            </a:r>
          </a:p>
          <a:p>
            <a:pPr lvl="2"/>
            <a:r>
              <a:t>Hump sign: liver herniation creating rounded mass in right hemithorax</a:t>
            </a:r>
          </a:p>
          <a:p>
            <a:pPr lvl="2"/>
            <a:r>
              <a:t>Dangling diaphragm sign: free edge of torn diaphragm curls inward</a:t>
            </a:r>
          </a:p>
          <a:p>
            <a:pPr/>
            <a:r>
              <a:rPr b="1"/>
              <a:t>Sensitivity vs. Specificity</a:t>
            </a:r>
          </a:p>
          <a:p>
            <a:pPr lvl="2"/>
            <a:r>
              <a:t>Collar sign: sensitivity 54–83%, specificity 90%</a:t>
            </a:r>
          </a:p>
          <a:p>
            <a:pPr lvl="2"/>
            <a:r>
              <a:t>Dependent viscera sign: sensitivity 55–90%, specificity 71–100%</a:t>
            </a:r>
          </a:p>
          <a:p>
            <a:pPr lvl="2"/>
            <a:r>
              <a:t>Multiplanar CT reconstruction improves sensitivity from ~55% to &gt;95%</a:t>
            </a:r>
          </a:p>
        </p:txBody>
      </p:sp>
      <p:sp>
        <p:nvSpPr>
          <p:cNvPr id="4" name="Text Placeholder 3"/>
          <p:cNvSpPr>
            <a:spLocks noGrp="1"/>
          </p:cNvSpPr>
          <p:nvPr>
            <p:ph type="body" idx="13" sz="quarter"/>
          </p:nvPr>
        </p:nvSpPr>
        <p:spPr/>
        <p:txBody>
          <a:bodyPr/>
          <a:lstStyle/>
          <a:p>
            <a:r>
              <a:t>Recognizing pathognomonic signs reduces diagnostic delay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Surgical Management</a:t>
            </a:r>
          </a:p>
        </p:txBody>
      </p:sp>
      <p:sp>
        <p:nvSpPr>
          <p:cNvPr id="3" name="Subtitle 2"/>
          <p:cNvSpPr>
            <a:spLocks noGrp="1"/>
          </p:cNvSpPr>
          <p:nvPr>
            <p:ph type="subTitle" idx="1"/>
          </p:nvPr>
        </p:nvSpPr>
        <p:spPr/>
        <p:txBody>
          <a:bodyPr/>
          <a:lstStyle/>
          <a:p>
            <a:r>
              <a:t>Operative approach, timing, and technical considerations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Operative Approach: Acute vs. Delayed Repair</a:t>
            </a:r>
          </a:p>
        </p:txBody>
      </p:sp>
      <p:sp>
        <p:nvSpPr>
          <p:cNvPr id="3" name="Content Placeholder 2"/>
          <p:cNvSpPr>
            <a:spLocks noGrp="1"/>
          </p:cNvSpPr>
          <p:nvPr>
            <p:ph idx="1"/>
          </p:nvPr>
        </p:nvSpPr>
        <p:spPr/>
        <p:txBody>
          <a:bodyPr/>
          <a:lstStyle/>
          <a:p>
            <a:pPr/>
            <a:r>
              <a:rPr b="1"/>
              <a:t>Acute Injury (&lt; 7 days)</a:t>
            </a:r>
          </a:p>
          <a:p>
            <a:pPr lvl="2"/>
            <a:r>
              <a:t>Midline laparotomy preferred: simultaneous management of abdominal injuries</a:t>
            </a:r>
          </a:p>
          <a:p>
            <a:pPr lvl="2"/>
            <a:r>
              <a:t>Thoracotomy added if significant thoracic injuries require direct control</a:t>
            </a:r>
          </a:p>
          <a:p>
            <a:pPr lvl="2"/>
            <a:r>
              <a:t>Damage control: temporary closure with planned re-look if hemodynamically unstable</a:t>
            </a:r>
          </a:p>
          <a:p>
            <a:pPr lvl="2"/>
            <a:r>
              <a:t>Minimally invasive (VATS/laparoscopy) feasible in stable penetrating injury</a:t>
            </a:r>
          </a:p>
          <a:p>
            <a:pPr lvl="2"/>
            <a:r>
              <a:t>Timing: definitive repair during index operation whenever feasible</a:t>
            </a:r>
          </a:p>
        </p:txBody>
      </p:sp>
      <p:sp>
        <p:nvSpPr>
          <p:cNvPr id="4" name="Text Placeholder 3"/>
          <p:cNvSpPr>
            <a:spLocks noGrp="1"/>
          </p:cNvSpPr>
          <p:nvPr>
            <p:ph type="body" idx="13" sz="quarter"/>
          </p:nvPr>
        </p:nvSpPr>
        <p:spPr/>
        <p:txBody>
          <a:bodyPr/>
          <a:lstStyle/>
          <a:p>
            <a:r>
              <a:t>Approach depends on timing, associated injuries, and surgeon expertise</a:t>
            </a:r>
          </a:p>
        </p:txBody>
      </p:sp>
      <p:sp>
        <p:nvSpPr>
          <p:cNvPr id="5" name="Content Placeholder 4"/>
          <p:cNvSpPr>
            <a:spLocks noGrp="1"/>
          </p:cNvSpPr>
          <p:nvPr>
            <p:ph idx="14"/>
          </p:nvPr>
        </p:nvSpPr>
        <p:spPr/>
        <p:txBody>
          <a:bodyPr/>
          <a:lstStyle/>
          <a:p>
            <a:pPr/>
            <a:r>
              <a:rPr b="1"/>
              <a:t>Delayed / Chronic Repair</a:t>
            </a:r>
          </a:p>
          <a:p>
            <a:pPr lvl="2"/>
            <a:r>
              <a:t>Thoracotomy or thoracoabdominal incision often required — adhesions, dense scar</a:t>
            </a:r>
          </a:p>
          <a:p>
            <a:pPr lvl="2"/>
            <a:r>
              <a:t>VATS + laparoscopy hybrid approach increasingly used for chronic cases</a:t>
            </a:r>
          </a:p>
          <a:p>
            <a:pPr lvl="2"/>
            <a:r>
              <a:t>Visceral reduction may require extensive lysis of adhesions</a:t>
            </a:r>
          </a:p>
          <a:p>
            <a:pPr lvl="2"/>
            <a:r>
              <a:t>Mesh reinforcement more commonly needed in chronic, large (&gt;10 cm) defects</a:t>
            </a:r>
          </a:p>
          <a:p>
            <a:pPr lvl="2"/>
            <a:r>
              <a:t>Elective repair recommended even for asymptomatic chronic hernia due to strangulation risk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Operative Technique for Diaphragmatic Repair</a:t>
            </a:r>
          </a:p>
        </p:txBody>
      </p:sp>
      <p:sp>
        <p:nvSpPr>
          <p:cNvPr id="3" name="Content Placeholder 2"/>
          <p:cNvSpPr>
            <a:spLocks noGrp="1"/>
          </p:cNvSpPr>
          <p:nvPr>
            <p:ph idx="1"/>
          </p:nvPr>
        </p:nvSpPr>
        <p:spPr/>
        <p:txBody>
          <a:bodyPr/>
          <a:lstStyle/>
          <a:p>
            <a:pPr/>
            <a:r>
              <a:rPr b="1"/>
              <a:t>Steps of Repair</a:t>
            </a:r>
          </a:p>
          <a:p>
            <a:pPr lvl="2"/>
            <a:r>
              <a:t>1. Reduction of herniated viscera — assess viability; resect if non-viable</a:t>
            </a:r>
          </a:p>
          <a:p>
            <a:pPr lvl="2"/>
            <a:r>
              <a:t>2. Débridement of devitalized diaphragm edges</a:t>
            </a:r>
          </a:p>
          <a:p>
            <a:pPr lvl="2"/>
            <a:r>
              <a:t>3. Primary closure: non-absorbable suture (0-Prolene or 0-PDS), horizontal mattress or figure-of-eight</a:t>
            </a:r>
          </a:p>
          <a:p>
            <a:pPr lvl="2"/>
            <a:r>
              <a:t>4. Reinforcement: prosthetic mesh (PTFE, Gore-Tex) for defects &gt;10 cm or tissue loss</a:t>
            </a:r>
          </a:p>
          <a:p>
            <a:pPr lvl="2"/>
            <a:r>
              <a:t>5. Biological mesh preferred in contaminated fields (grade III–IV penetrating injury)</a:t>
            </a:r>
          </a:p>
          <a:p>
            <a:pPr/>
            <a:r>
              <a:rPr b="1"/>
              <a:t>Technical Pearls</a:t>
            </a:r>
          </a:p>
          <a:p>
            <a:pPr lvl="2"/>
            <a:r>
              <a:t>Ensure full visualization of defect edges before suturing — posterior margin often retracts</a:t>
            </a:r>
          </a:p>
          <a:p>
            <a:pPr lvl="2"/>
            <a:r>
              <a:t>Anesthesia: maintain PEEP; communicate with anesthesia before diaphragm closure</a:t>
            </a:r>
          </a:p>
          <a:p>
            <a:pPr lvl="2"/>
            <a:r>
              <a:t>Chest tube placement before or immediately after closure if pneumo/hemothorax present</a:t>
            </a:r>
          </a:p>
          <a:p>
            <a:pPr/>
            <a:r>
              <a:rPr b="1"/>
              <a:t>Minimally Invasive Repair</a:t>
            </a:r>
          </a:p>
          <a:p>
            <a:pPr lvl="2"/>
            <a:r>
              <a:t>Laparoscopic or VATS repair: comparable outcomes in select patients (Grade I–III, stable)</a:t>
            </a:r>
          </a:p>
          <a:p>
            <a:pPr lvl="2"/>
            <a:r>
              <a:t>Advantages: reduced hospital stay, less pulmonary morbidity, improved visualization</a:t>
            </a:r>
          </a:p>
        </p:txBody>
      </p:sp>
      <p:sp>
        <p:nvSpPr>
          <p:cNvPr id="4" name="Text Placeholder 3"/>
          <p:cNvSpPr>
            <a:spLocks noGrp="1"/>
          </p:cNvSpPr>
          <p:nvPr>
            <p:ph type="body" idx="13" sz="quarter"/>
          </p:nvPr>
        </p:nvSpPr>
        <p:spPr/>
        <p:txBody>
          <a:bodyPr/>
          <a:lstStyle/>
          <a:p>
            <a:r>
              <a:t>Principles of repair: tension-free closure with durable suture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Outcomes and Key Evidence</a:t>
            </a:r>
          </a:p>
        </p:txBody>
      </p:sp>
      <p:sp>
        <p:nvSpPr>
          <p:cNvPr id="3" name="Content Placeholder 2"/>
          <p:cNvSpPr>
            <a:spLocks noGrp="1"/>
          </p:cNvSpPr>
          <p:nvPr>
            <p:ph idx="1"/>
          </p:nvPr>
        </p:nvSpPr>
        <p:spPr/>
        <p:txBody>
          <a:bodyPr/>
          <a:lstStyle/>
          <a:p>
            <a:pPr/>
            <a:r>
              <a:rPr b="1"/>
              <a:t>Mortality</a:t>
            </a:r>
          </a:p>
          <a:p>
            <a:pPr lvl="2"/>
            <a:r>
              <a:t>Acute repair: 15–40%</a:t>
            </a:r>
          </a:p>
          <a:p>
            <a:pPr lvl="2"/>
            <a:r>
              <a:t>(Driven by associated injuries, not diaphragm repair)</a:t>
            </a:r>
          </a:p>
          <a:p>
            <a:pPr lvl="2"/>
            <a:r>
              <a:t>Isolated repair mortality: &lt;5%</a:t>
            </a:r>
          </a:p>
          <a:p>
            <a:pPr lvl="2"/>
            <a:r>
              <a:t>Delayed/chronic repair: &lt;2%</a:t>
            </a:r>
          </a:p>
          <a:p>
            <a:pPr lvl="2"/>
            <a:r>
              <a:t>Strangulated hernia: up to 30%</a:t>
            </a:r>
          </a:p>
        </p:txBody>
      </p:sp>
      <p:sp>
        <p:nvSpPr>
          <p:cNvPr id="4" name="Text Placeholder 3"/>
          <p:cNvSpPr>
            <a:spLocks noGrp="1"/>
          </p:cNvSpPr>
          <p:nvPr>
            <p:ph type="body" idx="13" sz="quarter"/>
          </p:nvPr>
        </p:nvSpPr>
        <p:spPr/>
        <p:txBody>
          <a:bodyPr/>
          <a:lstStyle/>
          <a:p>
            <a:r>
              <a:t>Morbidity driven by associated injuries; repair itself has low operative mortality</a:t>
            </a:r>
          </a:p>
        </p:txBody>
      </p:sp>
      <p:sp>
        <p:nvSpPr>
          <p:cNvPr id="5" name="Content Placeholder 4"/>
          <p:cNvSpPr>
            <a:spLocks noGrp="1"/>
          </p:cNvSpPr>
          <p:nvPr>
            <p:ph idx="14"/>
          </p:nvPr>
        </p:nvSpPr>
        <p:spPr/>
        <p:txBody>
          <a:bodyPr/>
          <a:lstStyle/>
          <a:p>
            <a:pPr/>
            <a:r>
              <a:rPr b="1"/>
              <a:t>Morbidity</a:t>
            </a:r>
          </a:p>
          <a:p>
            <a:pPr lvl="2"/>
            <a:r>
              <a:t>Recurrence: 2–5% after primary repair</a:t>
            </a:r>
          </a:p>
          <a:p>
            <a:pPr lvl="2"/>
            <a:r>
              <a:t>Recurrence after mesh: ~3%</a:t>
            </a:r>
          </a:p>
          <a:p>
            <a:pPr lvl="2"/>
            <a:r>
              <a:t>Pulmonary complications: 20–30%</a:t>
            </a:r>
          </a:p>
          <a:p>
            <a:pPr lvl="2"/>
            <a:r>
              <a:t>Post-op pleural effusion: 10–15%</a:t>
            </a:r>
          </a:p>
          <a:p>
            <a:pPr lvl="2"/>
            <a:r>
              <a:t>Mesh infection: 1–3% (higher with biological mesh)</a:t>
            </a:r>
          </a:p>
        </p:txBody>
      </p:sp>
      <p:sp>
        <p:nvSpPr>
          <p:cNvPr id="6" name="Content Placeholder 5"/>
          <p:cNvSpPr>
            <a:spLocks noGrp="1"/>
          </p:cNvSpPr>
          <p:nvPr>
            <p:ph idx="15"/>
          </p:nvPr>
        </p:nvSpPr>
        <p:spPr/>
        <p:txBody>
          <a:bodyPr/>
          <a:lstStyle/>
          <a:p>
            <a:pPr/>
            <a:r>
              <a:rPr b="1"/>
              <a:t>Key Evidence</a:t>
            </a:r>
          </a:p>
          <a:p>
            <a:pPr lvl="2"/>
            <a:r>
              <a:t>EAST Practice Management Guidelines (2010): recommend operative repair for all diagnosed TDIs</a:t>
            </a:r>
          </a:p>
          <a:p>
            <a:pPr lvl="2"/>
            <a:r>
              <a:t>Shah et al. (J Trauma 2019): VATS equivalent to open in stable penetrating TDI</a:t>
            </a:r>
          </a:p>
          <a:p>
            <a:pPr lvl="2"/>
            <a:r>
              <a:t>NTS Database (NTDB) analysis: delayed diagnosis associated with 3× increased complication rate</a:t>
            </a:r>
          </a:p>
          <a:p>
            <a:pPr lvl="2"/>
            <a:r>
              <a:t>Laparoscopy superior to CT for occult penetrating left TDI (sensitivity 99%)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Complications and Their Management</a:t>
            </a:r>
          </a:p>
        </p:txBody>
      </p:sp>
      <p:sp>
        <p:nvSpPr>
          <p:cNvPr id="3" name="Content Placeholder 2"/>
          <p:cNvSpPr>
            <a:spLocks noGrp="1"/>
          </p:cNvSpPr>
          <p:nvPr>
            <p:ph idx="1"/>
          </p:nvPr>
        </p:nvSpPr>
        <p:spPr/>
        <p:txBody>
          <a:bodyPr/>
          <a:lstStyle/>
          <a:p>
            <a:pPr/>
            <a:r>
              <a:rPr b="1"/>
              <a:t>Recurrence / Failed Repair</a:t>
            </a:r>
          </a:p>
          <a:p>
            <a:pPr lvl="2"/>
            <a:r>
              <a:t>Risk factors: large defect, tension on repair, contaminated field, immunosuppression</a:t>
            </a:r>
          </a:p>
          <a:p>
            <a:pPr lvl="2"/>
            <a:r>
              <a:t>Management: re-exploration with mesh reinforcement</a:t>
            </a:r>
          </a:p>
          <a:p>
            <a:pPr/>
            <a:r>
              <a:rPr b="1"/>
              <a:t>Visceral Incarceration / Strangulation</a:t>
            </a:r>
          </a:p>
          <a:p>
            <a:pPr lvl="2"/>
            <a:r>
              <a:t>Most feared delayed complication — can present years after injury</a:t>
            </a:r>
          </a:p>
          <a:p>
            <a:pPr lvl="2"/>
            <a:r>
              <a:t>Emergency surgery required; intestinal resection in ~25% of strangulation cases</a:t>
            </a:r>
          </a:p>
          <a:p>
            <a:pPr/>
            <a:r>
              <a:rPr b="1"/>
              <a:t>Respiratory Complications</a:t>
            </a:r>
          </a:p>
          <a:p>
            <a:pPr lvl="2"/>
            <a:r>
              <a:t>Pleural effusion, empyema, pneumonia, atelectasis</a:t>
            </a:r>
          </a:p>
          <a:p>
            <a:pPr lvl="2"/>
            <a:r>
              <a:t>Early chest physiotherapy and incentive spirometry essential</a:t>
            </a:r>
          </a:p>
          <a:p>
            <a:pPr/>
            <a:r>
              <a:rPr b="1"/>
              <a:t>Mesh-Related Complications</a:t>
            </a:r>
          </a:p>
          <a:p>
            <a:pPr lvl="2"/>
            <a:r>
              <a:t>Infection, fistula, erosion into adjacent structures</a:t>
            </a:r>
          </a:p>
          <a:p>
            <a:pPr lvl="2"/>
            <a:r>
              <a:t>Biological mesh preferred in contaminated fields; synthetic mesh for clean elective repairs</a:t>
            </a:r>
          </a:p>
          <a:p>
            <a:pPr/>
            <a:r>
              <a:rPr b="1"/>
              <a:t>Phrenic Nerve Injury</a:t>
            </a:r>
          </a:p>
          <a:p>
            <a:pPr lvl="2"/>
            <a:r>
              <a:t>Rare with careful dissection; leads to ipsilateral hemidiaphragm paralysis</a:t>
            </a:r>
          </a:p>
        </p:txBody>
      </p:sp>
      <p:sp>
        <p:nvSpPr>
          <p:cNvPr id="4" name="Text Placeholder 3"/>
          <p:cNvSpPr>
            <a:spLocks noGrp="1"/>
          </p:cNvSpPr>
          <p:nvPr>
            <p:ph type="body" idx="13" sz="quarter"/>
          </p:nvPr>
        </p:nvSpPr>
        <p:spPr/>
        <p:txBody>
          <a:bodyPr/>
          <a:lstStyle/>
          <a:p>
            <a:r>
              <a:t>Early recognition prevents catastrophic outcomes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Key Takeaways</a:t>
            </a:r>
          </a:p>
        </p:txBody>
      </p:sp>
      <p:sp>
        <p:nvSpPr>
          <p:cNvPr id="3" name="Content Placeholder 2"/>
          <p:cNvSpPr>
            <a:spLocks noGrp="1"/>
          </p:cNvSpPr>
          <p:nvPr>
            <p:ph idx="1"/>
          </p:nvPr>
        </p:nvSpPr>
        <p:spPr/>
        <p:txBody>
          <a:bodyPr/>
          <a:lstStyle/>
          <a:p>
            <a:pPr/>
            <a:r>
              <a:rPr b="1"/>
              <a:t>1  High index of suspicion</a:t>
            </a:r>
          </a:p>
          <a:p>
            <a:pPr lvl="2"/>
            <a:r>
              <a:t>TDI is frequently missed — consider in any high-energy blunt trauma or penetrating thoracoabdominal injury</a:t>
            </a:r>
          </a:p>
          <a:p>
            <a:pPr/>
            <a:r>
              <a:rPr b="1"/>
              <a:t>2  CT is first-line imaging</a:t>
            </a:r>
          </a:p>
          <a:p>
            <a:pPr lvl="2"/>
            <a:r>
              <a:t>Multiplanar CT (sensitivity &gt;95%); supplement with diagnostic laparoscopy when equivocal</a:t>
            </a:r>
          </a:p>
          <a:p>
            <a:pPr/>
            <a:r>
              <a:rPr b="1"/>
              <a:t>3  All diagnosed TDIs warrant operative repair</a:t>
            </a:r>
          </a:p>
          <a:p>
            <a:pPr lvl="2"/>
            <a:r>
              <a:t>Acute: laparotomy (± thoracotomy); chronic: thoracic or combined approach</a:t>
            </a:r>
          </a:p>
          <a:p>
            <a:pPr lvl="2"/>
            <a:r>
              <a:t>Even asymptomatic chronic hernias should be repaired electively due to strangulation risk</a:t>
            </a:r>
          </a:p>
          <a:p>
            <a:pPr/>
            <a:r>
              <a:rPr b="1"/>
              <a:t>4  Minimally invasive approaches are safe in selected patients</a:t>
            </a:r>
          </a:p>
          <a:p>
            <a:pPr lvl="2"/>
            <a:r>
              <a:t>Laparoscopy / VATS: equivalent outcomes in stable patients; preferred for occult penetrating injuries</a:t>
            </a:r>
          </a:p>
          <a:p>
            <a:pPr/>
            <a:r>
              <a:rPr b="1"/>
              <a:t>5  Outcomes are driven by associated injuries</a:t>
            </a:r>
          </a:p>
          <a:p>
            <a:pPr lvl="2"/>
            <a:r>
              <a:t>Mortality of isolated repair &lt;5%; multi-disciplinary trauma team approach is essential</a:t>
            </a:r>
          </a:p>
        </p:txBody>
      </p:sp>
      <p:sp>
        <p:nvSpPr>
          <p:cNvPr id="4" name="Text Placeholder 3"/>
          <p:cNvSpPr>
            <a:spLocks noGrp="1"/>
          </p:cNvSpPr>
          <p:nvPr>
            <p:ph type="body" idx="13" sz="quarter"/>
          </p:nvPr>
        </p:nvSpPr>
        <p:spPr/>
        <p:txBody>
          <a:bodyPr/>
          <a:lstStyle/>
          <a:p>
            <a:r>
              <a:t>A systematic approach minimizes diagnostic delay and optimizes outcomes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References</a:t>
            </a:r>
          </a:p>
        </p:txBody>
      </p:sp>
      <p:sp>
        <p:nvSpPr>
          <p:cNvPr id="3" name="Content Placeholder 2"/>
          <p:cNvSpPr>
            <a:spLocks noGrp="1"/>
          </p:cNvSpPr>
          <p:nvPr>
            <p:ph idx="1"/>
          </p:nvPr>
        </p:nvSpPr>
        <p:spPr/>
        <p:txBody>
          <a:bodyPr/>
          <a:lstStyle/>
          <a:p>
            <a:pPr lvl="2"/>
            <a:r>
              <a:rPr sz="1100"/>
              <a:t>Mihos P, et al. Traumatic rupture of the diaphragm. Am J Surg. 2003;186(5):509–513.</a:t>
            </a:r>
          </a:p>
          <a:p>
            <a:pPr lvl="2"/>
            <a:r>
              <a:rPr sz="1100"/>
              <a:t>Chughtai T, et al. Diaphragmatic injury in motor vehicle crashes. J Trauma. 2004;57(5):1008–1012.</a:t>
            </a:r>
          </a:p>
          <a:p>
            <a:pPr lvl="2"/>
            <a:r>
              <a:rPr sz="1100"/>
              <a:t>Shah R, et al. Traumatic rupture of the diaphragm. Ann Thorac Surg. 1995;60(5):1444–1449.</a:t>
            </a:r>
          </a:p>
          <a:p>
            <a:pPr lvl="2"/>
            <a:r>
              <a:rPr sz="1100"/>
              <a:t>EAST Practice Management Guidelines for Traumatic Diaphragmatic Injury. 2010.</a:t>
            </a:r>
          </a:p>
          <a:p>
            <a:pPr lvl="2"/>
            <a:r>
              <a:rPr sz="1100"/>
              <a:t>Petrone P, et al. Traumatic diaphragmatic injuries: trends in diagnosis and treatment. Injury. 2017;48(12):2748–2755.</a:t>
            </a:r>
          </a:p>
          <a:p>
            <a:pPr lvl="2"/>
            <a:r>
              <a:rPr sz="1100"/>
              <a:t>Reiff DA, et al. Identifying injuries and motor vehicle collision characteristics that together are suggestive of diaphragmatic rupture. J Trauma. 2002;52(6):1139–1145.</a:t>
            </a:r>
          </a:p>
          <a:p>
            <a:pPr lvl="2"/>
            <a:r>
              <a:rPr sz="1100"/>
              <a:t>Ganie FA, et al. Diaphragmatic injuries and its management. Ulus Travma Acil Cerrahi Derg. 2013;19(3):233–237.</a:t>
            </a:r>
          </a:p>
          <a:p>
            <a:pPr lvl="2"/>
            <a:r>
              <a:rPr sz="1100"/>
              <a:t>Fair KA, et al. Outcomes of hemodynamically unstable pelvic fractures. J Trauma Acute Care Surg. 2015.</a:t>
            </a:r>
          </a:p>
        </p:txBody>
      </p:sp>
      <p:sp>
        <p:nvSpPr>
          <p:cNvPr id="4" name="Text Placeholder 3"/>
          <p:cNvSpPr>
            <a:spLocks noGrp="1"/>
          </p:cNvSpPr>
          <p:nvPr>
            <p:ph type="body" idx="13" sz="quarter"/>
          </p:nvPr>
        </p:nvSpPr>
        <p:spPr/>
        <p:txBody>
          <a:bodyPr/>
          <a:lstStyle/>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Thank You</a:t>
            </a:r>
          </a:p>
        </p:txBody>
      </p:sp>
    </p:spTree>
  </p:cSld>
  <p:clrMapOvr>
    <a:masterClrMapping/>
  </p:clrMapOvr>
</p:sld>
</file>

<file path=ppt/theme/theme1.xml><?xml version="1.0" encoding="utf-8"?>
<a:theme xmlns:a="http://schemas.openxmlformats.org/drawingml/2006/main" name="NM-Presentation">
  <a:themeElements>
    <a:clrScheme name="Northwestern Medicine 1">
      <a:dk1>
        <a:srgbClr val="FFFFFF"/>
      </a:dk1>
      <a:lt1>
        <a:srgbClr val="342F2E"/>
      </a:lt1>
      <a:dk2>
        <a:srgbClr val="E3E0EE"/>
      </a:dk2>
      <a:lt2>
        <a:srgbClr val="4E2A83"/>
      </a:lt2>
      <a:accent1>
        <a:srgbClr val="401F68"/>
      </a:accent1>
      <a:accent2>
        <a:srgbClr val="EF553F"/>
      </a:accent2>
      <a:accent3>
        <a:srgbClr val="FFC520"/>
      </a:accent3>
      <a:accent4>
        <a:srgbClr val="008656"/>
      </a:accent4>
      <a:accent5>
        <a:srgbClr val="0D2C6C"/>
      </a:accent5>
      <a:accent6>
        <a:srgbClr val="5091CD"/>
      </a:accent6>
      <a:hlink>
        <a:srgbClr val="684C96"/>
      </a:hlink>
      <a:folHlink>
        <a:srgbClr val="836EAA"/>
      </a:folHlink>
    </a:clrScheme>
    <a:fontScheme name="TeleNeo">
      <a:majorFont>
        <a:latin typeface="Century Gothic"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ptos"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smtClean="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square" rtlCol="0">
        <a:spAutoFit/>
      </a:bodyPr>
      <a:lstStyle>
        <a:defPPr algn="l">
          <a:lnSpc>
            <a:spcPct val="113000"/>
          </a:lnSpc>
          <a:spcAft>
            <a:spcPts val="600"/>
          </a:spcAft>
          <a:defRPr sz="1600" dirty="0" smtClean="0"/>
        </a:defPPr>
      </a:lstStyle>
    </a:txDef>
  </a:objectDefaults>
  <a:extraClrSchemeLst/>
  <a:extLst>
    <a:ext uri="{05A4C25C-085E-4340-85A3-A5531E510DB2}">
      <thm15:themeFamily xmlns:thm15="http://schemas.microsoft.com/office/thememl/2012/main" name="NM_PPT-Template_Wide_111324" id="{949B5D00-3376-3349-8530-55F0D4BFCCAA}" vid="{0D369564-6835-F043-9450-C4F874667DF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A4D0429FF8956469A6356D918DA543D" ma:contentTypeVersion="20" ma:contentTypeDescription="Create a new document." ma:contentTypeScope="" ma:versionID="5195404b8059da3abd36e7d3f69c1fa9">
  <xsd:schema xmlns:xsd="http://www.w3.org/2001/XMLSchema" xmlns:xs="http://www.w3.org/2001/XMLSchema" xmlns:p="http://schemas.microsoft.com/office/2006/metadata/properties" xmlns:ns1="http://schemas.microsoft.com/sharepoint/v3" xmlns:ns2="47e89a67-0b4f-4d33-93e8-1a0154062c6c" xmlns:ns3="5b63817d-15dc-41ca-af41-5ee9740cff01" targetNamespace="http://schemas.microsoft.com/office/2006/metadata/properties" ma:root="true" ma:fieldsID="0a4b9202e90b8cafffdbab64a2a689bd" ns1:_="" ns2:_="" ns3:_="">
    <xsd:import namespace="http://schemas.microsoft.com/sharepoint/v3"/>
    <xsd:import namespace="47e89a67-0b4f-4d33-93e8-1a0154062c6c"/>
    <xsd:import namespace="5b63817d-15dc-41ca-af41-5ee9740cff01"/>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GenerationTime" minOccurs="0"/>
                <xsd:element ref="ns2:MediaServiceEventHashCode" minOccurs="0"/>
                <xsd:element ref="ns2:MediaServiceAutoKeyPoints" minOccurs="0"/>
                <xsd:element ref="ns2:MediaServiceKeyPoints" minOccurs="0"/>
                <xsd:element ref="ns1:_ip_UnifiedCompliancePolicyProperties" minOccurs="0"/>
                <xsd:element ref="ns1:_ip_UnifiedCompliancePolicyUIAction" minOccurs="0"/>
                <xsd:element ref="ns2:MediaServiceLocation"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7" nillable="true" ma:displayName="Unified Compliance Policy Properties" ma:hidden="true" ma:internalName="_ip_UnifiedCompliancePolicyProperties">
      <xsd:simpleType>
        <xsd:restriction base="dms:Note"/>
      </xsd:simpleType>
    </xsd:element>
    <xsd:element name="_ip_UnifiedCompliancePolicyUIAction" ma:index="18"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7e89a67-0b4f-4d33-93e8-1a0154062c6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2" nillable="true" ma:displayName="Length (seconds)" ma:internalName="MediaLengthInSeconds" ma:readOnly="true">
      <xsd:simpleType>
        <xsd:restriction base="dms:Unknown"/>
      </xsd:simpleType>
    </xsd:element>
    <xsd:element name="lcf76f155ced4ddcb4097134ff3c332f" ma:index="24" nillable="true" ma:taxonomy="true" ma:internalName="lcf76f155ced4ddcb4097134ff3c332f" ma:taxonomyFieldName="MediaServiceImageTags" ma:displayName="Image Tags" ma:readOnly="false" ma:fieldId="{5cf76f15-5ced-4ddc-b409-7134ff3c332f}" ma:taxonomyMulti="true" ma:sspId="9e4503a0-b685-4c11-a324-e364750599e2"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6" nillable="true" ma:displayName="MediaServiceObjectDetectorVersions" ma:hidden="true" ma:indexed="true" ma:internalName="MediaServiceObjectDetectorVersions" ma:readOnly="true">
      <xsd:simpleType>
        <xsd:restriction base="dms:Text"/>
      </xsd:simpleType>
    </xsd:element>
    <xsd:element name="MediaServiceSearchProperties" ma:index="27"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b63817d-15dc-41ca-af41-5ee9740cff01" elementFormDefault="qualified">
    <xsd:import namespace="http://schemas.microsoft.com/office/2006/documentManagement/types"/>
    <xsd:import namespace="http://schemas.microsoft.com/office/infopath/2007/PartnerControls"/>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element name="TaxCatchAll" ma:index="25" nillable="true" ma:displayName="Taxonomy Catch All Column" ma:hidden="true" ma:list="{24bce85b-888f-4922-8e6d-ad839441317c}" ma:internalName="TaxCatchAll" ma:showField="CatchAllData" ma:web="5b63817d-15dc-41ca-af41-5ee9740cff0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47e89a67-0b4f-4d33-93e8-1a0154062c6c">
      <Terms xmlns="http://schemas.microsoft.com/office/infopath/2007/PartnerControls"/>
    </lcf76f155ced4ddcb4097134ff3c332f>
    <TaxCatchAll xmlns="5b63817d-15dc-41ca-af41-5ee9740cff01" xsi:nil="true"/>
    <_ip_UnifiedCompliancePolicyUIAction xmlns="http://schemas.microsoft.com/sharepoint/v3" xsi:nil="true"/>
    <_ip_UnifiedCompliancePolicyProperties xmlns="http://schemas.microsoft.com/sharepoint/v3" xsi:nil="true"/>
  </documentManagement>
</p:properties>
</file>

<file path=customXml/itemProps1.xml><?xml version="1.0" encoding="utf-8"?>
<ds:datastoreItem xmlns:ds="http://schemas.openxmlformats.org/officeDocument/2006/customXml" ds:itemID="{2FEEA1A8-0B95-4DFC-8089-63D1B8162BB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47e89a67-0b4f-4d33-93e8-1a0154062c6c"/>
    <ds:schemaRef ds:uri="5b63817d-15dc-41ca-af41-5ee9740cff0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8D45B72-4870-4D43-9FD1-8DA4991D8B84}">
  <ds:schemaRefs>
    <ds:schemaRef ds:uri="http://schemas.microsoft.com/sharepoint/v3/contenttype/forms"/>
  </ds:schemaRefs>
</ds:datastoreItem>
</file>

<file path=customXml/itemProps3.xml><?xml version="1.0" encoding="utf-8"?>
<ds:datastoreItem xmlns:ds="http://schemas.openxmlformats.org/officeDocument/2006/customXml" ds:itemID="{7A0BB477-7D69-46ED-AADD-5A2C183C49F7}">
  <ds:schemaRefs>
    <ds:schemaRef ds:uri="http://schemas.microsoft.com/office/2006/metadata/properties"/>
    <ds:schemaRef ds:uri="http://schemas.microsoft.com/office/infopath/2007/PartnerControls"/>
    <ds:schemaRef ds:uri="47e89a67-0b4f-4d33-93e8-1a0154062c6c"/>
    <ds:schemaRef ds:uri="5b63817d-15dc-41ca-af41-5ee9740cff01"/>
    <ds:schemaRef ds:uri="http://schemas.microsoft.com/sharepoint/v3"/>
  </ds:schemaRefs>
</ds:datastoreItem>
</file>

<file path=docProps/app.xml><?xml version="1.0" encoding="utf-8"?>
<Properties xmlns="http://schemas.openxmlformats.org/officeDocument/2006/extended-properties" xmlns:vt="http://schemas.openxmlformats.org/officeDocument/2006/docPropsVTypes">
  <Template>NM-Presentation</Template>
  <TotalTime>22</TotalTime>
  <Words>1346</Words>
  <Application>Microsoft Macintosh PowerPoint</Application>
  <PresentationFormat>Widescreen</PresentationFormat>
  <Paragraphs>253</Paragraphs>
  <Slides>19</Slides>
  <Notes>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Aptos</vt:lpstr>
      <vt:lpstr>Aptos Light</vt:lpstr>
      <vt:lpstr>Arial</vt:lpstr>
      <vt:lpstr>Calibri</vt:lpstr>
      <vt:lpstr>Century Gothic</vt:lpstr>
      <vt:lpstr>NM-Presentation</vt:lpstr>
      <vt:lpstr>Title of the presentation</vt:lpstr>
      <vt:lpstr>Page headline goes here, can be up to two lines</vt:lpstr>
      <vt:lpstr>Page headline goes here</vt:lpstr>
      <vt:lpstr>Page headline goes here,  up to two lines</vt:lpstr>
      <vt:lpstr>Page head goes here, up to two lines</vt:lpstr>
      <vt:lpstr>Page headline goes here, up to two lines</vt:lpstr>
      <vt:lpstr>Page headline up to two lines</vt:lpstr>
      <vt:lpstr>Page headline goes here, up to two lines</vt:lpstr>
      <vt:lpstr>Page headline goes here, up to two lines</vt:lpstr>
      <vt:lpstr>Page headline goes here, up to two lines</vt:lpstr>
      <vt:lpstr>Page headline goes here, up to two lines</vt:lpstr>
      <vt:lpstr>Page headline goes here, up to two lines</vt:lpstr>
      <vt:lpstr>Page headline goes here, up to two lines</vt:lpstr>
      <vt:lpstr>Page headline goes here, up to two lines</vt:lpstr>
      <vt:lpstr>Page headline here, up to two lines</vt:lpstr>
      <vt:lpstr>Divider or Section</vt:lpstr>
      <vt:lpstr>Thank you</vt:lpstr>
      <vt:lpstr>Icons</vt:lpstr>
      <vt:lpstr>Icons, continued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Salinas, Veronika</dc:creator>
  <cp:lastModifiedBy>NM268919@nm.org</cp:lastModifiedBy>
  <cp:revision>6</cp:revision>
  <dcterms:created xsi:type="dcterms:W3CDTF">2024-11-13T20:30:43Z</dcterms:created>
  <dcterms:modified xsi:type="dcterms:W3CDTF">2026-02-22T23:48:40Z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b1b86c14-7a6f-495c-8ad3-202986669410_Enabled">
    <vt:lpwstr>true</vt:lpwstr>
  </property>
  <property fmtid="{D5CDD505-2E9C-101B-9397-08002B2CF9AE}" pid="3" name="MSIP_Label_b1b86c14-7a6f-495c-8ad3-202986669410_SetDate">
    <vt:lpwstr>2024-11-13T20:33:01Z</vt:lpwstr>
  </property>
  <property fmtid="{D5CDD505-2E9C-101B-9397-08002B2CF9AE}" pid="4" name="MSIP_Label_b1b86c14-7a6f-495c-8ad3-202986669410_Method">
    <vt:lpwstr>Standard</vt:lpwstr>
  </property>
  <property fmtid="{D5CDD505-2E9C-101B-9397-08002B2CF9AE}" pid="5" name="MSIP_Label_b1b86c14-7a6f-495c-8ad3-202986669410_Name">
    <vt:lpwstr>Internal</vt:lpwstr>
  </property>
  <property fmtid="{D5CDD505-2E9C-101B-9397-08002B2CF9AE}" pid="6" name="MSIP_Label_b1b86c14-7a6f-495c-8ad3-202986669410_SiteId">
    <vt:lpwstr>2596038f-3ea4-4f0c-aed1-066eb6544c3b</vt:lpwstr>
  </property>
  <property fmtid="{D5CDD505-2E9C-101B-9397-08002B2CF9AE}" pid="7" name="MSIP_Label_b1b86c14-7a6f-495c-8ad3-202986669410_ActionId">
    <vt:lpwstr>61a8a19d-48d4-4d35-b2a0-981fa5979271</vt:lpwstr>
  </property>
  <property fmtid="{D5CDD505-2E9C-101B-9397-08002B2CF9AE}" pid="8" name="MSIP_Label_b1b86c14-7a6f-495c-8ad3-202986669410_ContentBits">
    <vt:lpwstr>0</vt:lpwstr>
  </property>
  <property fmtid="{D5CDD505-2E9C-101B-9397-08002B2CF9AE}" pid="9" name="ContentTypeId">
    <vt:lpwstr>0x0101003A4D0429FF8956469A6356D918DA543D</vt:lpwstr>
  </property>
  <property fmtid="{D5CDD505-2E9C-101B-9397-08002B2CF9AE}" pid="10" name="MediaServiceImageTags">
    <vt:lpwstr/>
  </property>
</Properties>
</file>